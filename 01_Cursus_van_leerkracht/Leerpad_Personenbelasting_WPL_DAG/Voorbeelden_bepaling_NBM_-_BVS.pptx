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407" r:id="rId2"/>
    <p:sldId id="404" r:id="rId3"/>
    <p:sldId id="256" r:id="rId4"/>
    <p:sldId id="292" r:id="rId5"/>
    <p:sldId id="335" r:id="rId6"/>
    <p:sldId id="313" r:id="rId7"/>
    <p:sldId id="293" r:id="rId8"/>
    <p:sldId id="314" r:id="rId9"/>
    <p:sldId id="266" r:id="rId10"/>
    <p:sldId id="327" r:id="rId11"/>
    <p:sldId id="270" r:id="rId1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74FB2BC-DCD3-4BB2-AA38-D1827D336050}" v="3" dt="2025-02-16T13:30:00.01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79"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lke De Blauwe" userId="acd711b0-e483-4f07-9ba2-411440705bad" providerId="ADAL" clId="{E74FB2BC-DCD3-4BB2-AA38-D1827D336050}"/>
    <pc:docChg chg="custSel modSld sldOrd">
      <pc:chgData name="Elke De Blauwe" userId="acd711b0-e483-4f07-9ba2-411440705bad" providerId="ADAL" clId="{E74FB2BC-DCD3-4BB2-AA38-D1827D336050}" dt="2025-02-18T14:58:51.623" v="320" actId="20577"/>
      <pc:docMkLst>
        <pc:docMk/>
      </pc:docMkLst>
      <pc:sldChg chg="modSp mod">
        <pc:chgData name="Elke De Blauwe" userId="acd711b0-e483-4f07-9ba2-411440705bad" providerId="ADAL" clId="{E74FB2BC-DCD3-4BB2-AA38-D1827D336050}" dt="2025-02-16T13:33:42.440" v="102" actId="20577"/>
        <pc:sldMkLst>
          <pc:docMk/>
          <pc:sldMk cId="470673397" sldId="256"/>
        </pc:sldMkLst>
        <pc:spChg chg="mod">
          <ac:chgData name="Elke De Blauwe" userId="acd711b0-e483-4f07-9ba2-411440705bad" providerId="ADAL" clId="{E74FB2BC-DCD3-4BB2-AA38-D1827D336050}" dt="2025-02-16T13:33:42.440" v="102" actId="20577"/>
          <ac:spMkLst>
            <pc:docMk/>
            <pc:sldMk cId="470673397" sldId="256"/>
            <ac:spMk id="3" creationId="{93F64AE3-9E7A-7E5C-5680-CBCF907A99BF}"/>
          </ac:spMkLst>
        </pc:spChg>
      </pc:sldChg>
      <pc:sldChg chg="modSp mod">
        <pc:chgData name="Elke De Blauwe" userId="acd711b0-e483-4f07-9ba2-411440705bad" providerId="ADAL" clId="{E74FB2BC-DCD3-4BB2-AA38-D1827D336050}" dt="2025-02-16T13:39:55.418" v="139" actId="20577"/>
        <pc:sldMkLst>
          <pc:docMk/>
          <pc:sldMk cId="1919759456" sldId="266"/>
        </pc:sldMkLst>
        <pc:spChg chg="mod">
          <ac:chgData name="Elke De Blauwe" userId="acd711b0-e483-4f07-9ba2-411440705bad" providerId="ADAL" clId="{E74FB2BC-DCD3-4BB2-AA38-D1827D336050}" dt="2025-02-16T13:39:55.418" v="139" actId="20577"/>
          <ac:spMkLst>
            <pc:docMk/>
            <pc:sldMk cId="1919759456" sldId="266"/>
            <ac:spMk id="2" creationId="{00000000-0000-0000-0000-000000000000}"/>
          </ac:spMkLst>
        </pc:spChg>
      </pc:sldChg>
      <pc:sldChg chg="modSp mod">
        <pc:chgData name="Elke De Blauwe" userId="acd711b0-e483-4f07-9ba2-411440705bad" providerId="ADAL" clId="{E74FB2BC-DCD3-4BB2-AA38-D1827D336050}" dt="2025-02-16T13:35:11.620" v="135" actId="20577"/>
        <pc:sldMkLst>
          <pc:docMk/>
          <pc:sldMk cId="0" sldId="270"/>
        </pc:sldMkLst>
        <pc:spChg chg="mod">
          <ac:chgData name="Elke De Blauwe" userId="acd711b0-e483-4f07-9ba2-411440705bad" providerId="ADAL" clId="{E74FB2BC-DCD3-4BB2-AA38-D1827D336050}" dt="2025-02-16T13:35:11.620" v="135" actId="20577"/>
          <ac:spMkLst>
            <pc:docMk/>
            <pc:sldMk cId="0" sldId="270"/>
            <ac:spMk id="2" creationId="{00000000-0000-0000-0000-000000000000}"/>
          </ac:spMkLst>
        </pc:spChg>
      </pc:sldChg>
      <pc:sldChg chg="modSp mod">
        <pc:chgData name="Elke De Blauwe" userId="acd711b0-e483-4f07-9ba2-411440705bad" providerId="ADAL" clId="{E74FB2BC-DCD3-4BB2-AA38-D1827D336050}" dt="2025-02-16T13:44:55.337" v="147" actId="20577"/>
        <pc:sldMkLst>
          <pc:docMk/>
          <pc:sldMk cId="1493651942" sldId="293"/>
        </pc:sldMkLst>
        <pc:spChg chg="mod">
          <ac:chgData name="Elke De Blauwe" userId="acd711b0-e483-4f07-9ba2-411440705bad" providerId="ADAL" clId="{E74FB2BC-DCD3-4BB2-AA38-D1827D336050}" dt="2025-02-16T13:44:55.337" v="147" actId="20577"/>
          <ac:spMkLst>
            <pc:docMk/>
            <pc:sldMk cId="1493651942" sldId="293"/>
            <ac:spMk id="2" creationId="{00000000-0000-0000-0000-000000000000}"/>
          </ac:spMkLst>
        </pc:spChg>
      </pc:sldChg>
      <pc:sldChg chg="modSp mod">
        <pc:chgData name="Elke De Blauwe" userId="acd711b0-e483-4f07-9ba2-411440705bad" providerId="ADAL" clId="{E74FB2BC-DCD3-4BB2-AA38-D1827D336050}" dt="2025-02-16T13:34:06.386" v="110" actId="20577"/>
        <pc:sldMkLst>
          <pc:docMk/>
          <pc:sldMk cId="3049758947" sldId="313"/>
        </pc:sldMkLst>
        <pc:spChg chg="mod">
          <ac:chgData name="Elke De Blauwe" userId="acd711b0-e483-4f07-9ba2-411440705bad" providerId="ADAL" clId="{E74FB2BC-DCD3-4BB2-AA38-D1827D336050}" dt="2025-02-16T13:34:06.386" v="110" actId="20577"/>
          <ac:spMkLst>
            <pc:docMk/>
            <pc:sldMk cId="3049758947" sldId="313"/>
            <ac:spMk id="2" creationId="{00000000-0000-0000-0000-000000000000}"/>
          </ac:spMkLst>
        </pc:spChg>
      </pc:sldChg>
      <pc:sldChg chg="modSp mod">
        <pc:chgData name="Elke De Blauwe" userId="acd711b0-e483-4f07-9ba2-411440705bad" providerId="ADAL" clId="{E74FB2BC-DCD3-4BB2-AA38-D1827D336050}" dt="2025-02-16T13:45:10.788" v="155" actId="20577"/>
        <pc:sldMkLst>
          <pc:docMk/>
          <pc:sldMk cId="966240684" sldId="314"/>
        </pc:sldMkLst>
        <pc:spChg chg="mod">
          <ac:chgData name="Elke De Blauwe" userId="acd711b0-e483-4f07-9ba2-411440705bad" providerId="ADAL" clId="{E74FB2BC-DCD3-4BB2-AA38-D1827D336050}" dt="2025-02-16T13:45:10.788" v="155" actId="20577"/>
          <ac:spMkLst>
            <pc:docMk/>
            <pc:sldMk cId="966240684" sldId="314"/>
            <ac:spMk id="2" creationId="{00000000-0000-0000-0000-000000000000}"/>
          </ac:spMkLst>
        </pc:spChg>
      </pc:sldChg>
      <pc:sldChg chg="modSp mod">
        <pc:chgData name="Elke De Blauwe" userId="acd711b0-e483-4f07-9ba2-411440705bad" providerId="ADAL" clId="{E74FB2BC-DCD3-4BB2-AA38-D1827D336050}" dt="2025-02-18T14:58:51.623" v="320" actId="20577"/>
        <pc:sldMkLst>
          <pc:docMk/>
          <pc:sldMk cId="1501212819" sldId="327"/>
        </pc:sldMkLst>
        <pc:spChg chg="mod">
          <ac:chgData name="Elke De Blauwe" userId="acd711b0-e483-4f07-9ba2-411440705bad" providerId="ADAL" clId="{E74FB2BC-DCD3-4BB2-AA38-D1827D336050}" dt="2025-02-18T14:50:13.442" v="166" actId="20577"/>
          <ac:spMkLst>
            <pc:docMk/>
            <pc:sldMk cId="1501212819" sldId="327"/>
            <ac:spMk id="2" creationId="{00000000-0000-0000-0000-000000000000}"/>
          </ac:spMkLst>
        </pc:spChg>
        <pc:graphicFrameChg chg="mod modGraphic">
          <ac:chgData name="Elke De Blauwe" userId="acd711b0-e483-4f07-9ba2-411440705bad" providerId="ADAL" clId="{E74FB2BC-DCD3-4BB2-AA38-D1827D336050}" dt="2025-02-18T14:58:51.623" v="320" actId="20577"/>
          <ac:graphicFrameMkLst>
            <pc:docMk/>
            <pc:sldMk cId="1501212819" sldId="327"/>
            <ac:graphicFrameMk id="4" creationId="{00000000-0000-0000-0000-000000000000}"/>
          </ac:graphicFrameMkLst>
        </pc:graphicFrameChg>
      </pc:sldChg>
      <pc:sldChg chg="ord">
        <pc:chgData name="Elke De Blauwe" userId="acd711b0-e483-4f07-9ba2-411440705bad" providerId="ADAL" clId="{E74FB2BC-DCD3-4BB2-AA38-D1827D336050}" dt="2025-02-16T13:27:38.680" v="6"/>
        <pc:sldMkLst>
          <pc:docMk/>
          <pc:sldMk cId="2585450626" sldId="404"/>
        </pc:sldMkLst>
      </pc:sldChg>
      <pc:sldChg chg="modSp mod ord">
        <pc:chgData name="Elke De Blauwe" userId="acd711b0-e483-4f07-9ba2-411440705bad" providerId="ADAL" clId="{E74FB2BC-DCD3-4BB2-AA38-D1827D336050}" dt="2025-02-16T13:33:24.674" v="79" actId="20577"/>
        <pc:sldMkLst>
          <pc:docMk/>
          <pc:sldMk cId="0" sldId="407"/>
        </pc:sldMkLst>
        <pc:spChg chg="mod">
          <ac:chgData name="Elke De Blauwe" userId="acd711b0-e483-4f07-9ba2-411440705bad" providerId="ADAL" clId="{E74FB2BC-DCD3-4BB2-AA38-D1827D336050}" dt="2025-02-16T13:33:24.674" v="79" actId="20577"/>
          <ac:spMkLst>
            <pc:docMk/>
            <pc:sldMk cId="0" sldId="407"/>
            <ac:spMk id="2" creationId="{00000000-0000-0000-0000-000000000000}"/>
          </ac:spMkLst>
        </pc:spChg>
        <pc:spChg chg="mod">
          <ac:chgData name="Elke De Blauwe" userId="acd711b0-e483-4f07-9ba2-411440705bad" providerId="ADAL" clId="{E74FB2BC-DCD3-4BB2-AA38-D1827D336050}" dt="2025-02-16T13:27:08.080" v="0" actId="27636"/>
          <ac:spMkLst>
            <pc:docMk/>
            <pc:sldMk cId="0" sldId="407"/>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FEF4E5-EF81-4B1A-A170-44B6D1951E29}" type="datetimeFigureOut">
              <a:rPr lang="nl-NL" smtClean="0"/>
              <a:t>18-2-2025</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0DBE212-9E7B-4F00-A913-FB19EC216138}" type="slidenum">
              <a:rPr lang="nl-NL" smtClean="0"/>
              <a:t>‹nr.›</a:t>
            </a:fld>
            <a:endParaRPr lang="nl-NL"/>
          </a:p>
        </p:txBody>
      </p:sp>
    </p:spTree>
    <p:extLst>
      <p:ext uri="{BB962C8B-B14F-4D97-AF65-F5344CB8AC3E}">
        <p14:creationId xmlns:p14="http://schemas.microsoft.com/office/powerpoint/2010/main" val="27247354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5"/>
          </p:nvPr>
        </p:nvSpPr>
        <p:spPr/>
        <p:txBody>
          <a:bodyPr/>
          <a:lstStyle/>
          <a:p>
            <a:fld id="{694BA39A-7E5D-4597-A525-39A31C49C3BF}" type="slidenum">
              <a:rPr lang="nl-BE" smtClean="0"/>
              <a:t>1</a:t>
            </a:fld>
            <a:endParaRPr lang="nl-BE"/>
          </a:p>
        </p:txBody>
      </p:sp>
    </p:spTree>
    <p:extLst>
      <p:ext uri="{BB962C8B-B14F-4D97-AF65-F5344CB8AC3E}">
        <p14:creationId xmlns:p14="http://schemas.microsoft.com/office/powerpoint/2010/main" val="4243181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6EAC4C-2352-4532-5839-F52B3208E81E}"/>
            </a:ext>
          </a:extLst>
        </p:cNvPr>
        <p:cNvGrpSpPr/>
        <p:nvPr/>
      </p:nvGrpSpPr>
      <p:grpSpPr>
        <a:xfrm>
          <a:off x="0" y="0"/>
          <a:ext cx="0" cy="0"/>
          <a:chOff x="0" y="0"/>
          <a:chExt cx="0" cy="0"/>
        </a:xfrm>
      </p:grpSpPr>
      <p:sp>
        <p:nvSpPr>
          <p:cNvPr id="2" name="Tijdelijke aanduiding voor dia-afbeelding 1">
            <a:extLst>
              <a:ext uri="{FF2B5EF4-FFF2-40B4-BE49-F238E27FC236}">
                <a16:creationId xmlns:a16="http://schemas.microsoft.com/office/drawing/2014/main" id="{2DE636BE-685B-CAC0-5A54-5C6F272DCB71}"/>
              </a:ext>
            </a:extLst>
          </p:cNvPr>
          <p:cNvSpPr>
            <a:spLocks noGrp="1" noRot="1" noChangeAspect="1"/>
          </p:cNvSpPr>
          <p:nvPr>
            <p:ph type="sldImg"/>
          </p:nvPr>
        </p:nvSpPr>
        <p:spPr/>
      </p:sp>
      <p:sp>
        <p:nvSpPr>
          <p:cNvPr id="3" name="Tijdelijke aanduiding voor notities 2">
            <a:extLst>
              <a:ext uri="{FF2B5EF4-FFF2-40B4-BE49-F238E27FC236}">
                <a16:creationId xmlns:a16="http://schemas.microsoft.com/office/drawing/2014/main" id="{7913A721-16DE-1BB5-2D21-A97223001E37}"/>
              </a:ext>
            </a:extLst>
          </p:cNvPr>
          <p:cNvSpPr>
            <a:spLocks noGrp="1"/>
          </p:cNvSpPr>
          <p:nvPr>
            <p:ph type="body" idx="1"/>
          </p:nvPr>
        </p:nvSpPr>
        <p:spPr/>
        <p:txBody>
          <a:bodyPr/>
          <a:lstStyle/>
          <a:p>
            <a:endParaRPr lang="nl-BE"/>
          </a:p>
        </p:txBody>
      </p:sp>
      <p:sp>
        <p:nvSpPr>
          <p:cNvPr id="4" name="Tijdelijke aanduiding voor dianummer 3">
            <a:extLst>
              <a:ext uri="{FF2B5EF4-FFF2-40B4-BE49-F238E27FC236}">
                <a16:creationId xmlns:a16="http://schemas.microsoft.com/office/drawing/2014/main" id="{775C3467-AD8A-622D-FAD5-495314505844}"/>
              </a:ext>
            </a:extLst>
          </p:cNvPr>
          <p:cNvSpPr>
            <a:spLocks noGrp="1"/>
          </p:cNvSpPr>
          <p:nvPr>
            <p:ph type="sldNum" sz="quarter" idx="5"/>
          </p:nvPr>
        </p:nvSpPr>
        <p:spPr/>
        <p:txBody>
          <a:bodyPr/>
          <a:lstStyle/>
          <a:p>
            <a:fld id="{694BA39A-7E5D-4597-A525-39A31C49C3BF}" type="slidenum">
              <a:rPr lang="nl-BE" smtClean="0"/>
              <a:t>2</a:t>
            </a:fld>
            <a:endParaRPr lang="nl-BE"/>
          </a:p>
        </p:txBody>
      </p:sp>
    </p:spTree>
    <p:extLst>
      <p:ext uri="{BB962C8B-B14F-4D97-AF65-F5344CB8AC3E}">
        <p14:creationId xmlns:p14="http://schemas.microsoft.com/office/powerpoint/2010/main" val="1798877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b="1" dirty="0"/>
              <a:t>Fiscaal co-ouderschap = dat de toeslagen voor </a:t>
            </a:r>
            <a:r>
              <a:rPr lang="nl-BE" b="1" dirty="0" err="1"/>
              <a:t>k.t.l</a:t>
            </a:r>
            <a:r>
              <a:rPr lang="nl-BE" b="1" dirty="0"/>
              <a:t>. waarop de gemeenschappelijke kinderen recht hebben (+ toeslag voor kind &lt; 3jaar die geen </a:t>
            </a:r>
            <a:r>
              <a:rPr lang="nl-BE" b="1" dirty="0" err="1"/>
              <a:t>belast.vermindering</a:t>
            </a:r>
            <a:r>
              <a:rPr lang="nl-BE" b="1" dirty="0"/>
              <a:t> voor oppaskosten heeft) voor de helft aan elke BP worden toegekend!!</a:t>
            </a:r>
          </a:p>
          <a:p>
            <a:endParaRPr lang="nl-BE" b="1" dirty="0"/>
          </a:p>
          <a:p>
            <a:endParaRPr lang="nl-BE" b="1" dirty="0"/>
          </a:p>
          <a:p>
            <a:r>
              <a:rPr lang="nl-BE" b="1" dirty="0"/>
              <a:t>Kan ook voor meerderjarige kinderen. </a:t>
            </a:r>
          </a:p>
          <a:p>
            <a:r>
              <a:rPr lang="nl-BE" b="1" dirty="0"/>
              <a:t>Kan enkel voor ouders, niet voor grootouders</a:t>
            </a:r>
          </a:p>
          <a:p>
            <a:endParaRPr lang="nl-BE" b="1" dirty="0"/>
          </a:p>
          <a:p>
            <a:r>
              <a:rPr lang="nl-BE" b="1" dirty="0"/>
              <a:t>Kind is fiscaal ten laste bij die ouder waar zijn fiscaal domicilie is, zijnde het centrum waar zijn economische en emotionele belangen zijn.</a:t>
            </a:r>
          </a:p>
        </p:txBody>
      </p:sp>
      <p:sp>
        <p:nvSpPr>
          <p:cNvPr id="4" name="Tijdelijke aanduiding voor dianummer 3"/>
          <p:cNvSpPr>
            <a:spLocks noGrp="1"/>
          </p:cNvSpPr>
          <p:nvPr>
            <p:ph type="sldNum" sz="quarter" idx="10"/>
          </p:nvPr>
        </p:nvSpPr>
        <p:spPr/>
        <p:txBody>
          <a:bodyPr/>
          <a:lstStyle/>
          <a:p>
            <a:fld id="{694BA39A-7E5D-4597-A525-39A31C49C3BF}" type="slidenum">
              <a:rPr lang="nl-BE" smtClean="0"/>
              <a:t>4</a:t>
            </a:fld>
            <a:endParaRPr lang="nl-BE"/>
          </a:p>
        </p:txBody>
      </p:sp>
    </p:spTree>
    <p:extLst>
      <p:ext uri="{BB962C8B-B14F-4D97-AF65-F5344CB8AC3E}">
        <p14:creationId xmlns:p14="http://schemas.microsoft.com/office/powerpoint/2010/main" val="182275375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a:t>Kan ook voor meerderjarige kinderen. </a:t>
            </a:r>
          </a:p>
          <a:p>
            <a:r>
              <a:rPr lang="nl-BE"/>
              <a:t>Kan enkel voor ouders, niet voor grootouders</a:t>
            </a:r>
          </a:p>
        </p:txBody>
      </p:sp>
      <p:sp>
        <p:nvSpPr>
          <p:cNvPr id="4" name="Tijdelijke aanduiding voor dianummer 3"/>
          <p:cNvSpPr>
            <a:spLocks noGrp="1"/>
          </p:cNvSpPr>
          <p:nvPr>
            <p:ph type="sldNum" sz="quarter" idx="10"/>
          </p:nvPr>
        </p:nvSpPr>
        <p:spPr/>
        <p:txBody>
          <a:bodyPr/>
          <a:lstStyle/>
          <a:p>
            <a:fld id="{694BA39A-7E5D-4597-A525-39A31C49C3BF}" type="slidenum">
              <a:rPr lang="nl-BE" smtClean="0"/>
              <a:t>5</a:t>
            </a:fld>
            <a:endParaRPr lang="nl-BE"/>
          </a:p>
        </p:txBody>
      </p:sp>
    </p:spTree>
    <p:extLst>
      <p:ext uri="{BB962C8B-B14F-4D97-AF65-F5344CB8AC3E}">
        <p14:creationId xmlns:p14="http://schemas.microsoft.com/office/powerpoint/2010/main" val="1499668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94BA39A-7E5D-4597-A525-39A31C49C3BF}" type="slidenum">
              <a:rPr lang="nl-BE" smtClean="0"/>
              <a:t>6</a:t>
            </a:fld>
            <a:endParaRPr lang="nl-BE"/>
          </a:p>
        </p:txBody>
      </p:sp>
    </p:spTree>
    <p:extLst>
      <p:ext uri="{BB962C8B-B14F-4D97-AF65-F5344CB8AC3E}">
        <p14:creationId xmlns:p14="http://schemas.microsoft.com/office/powerpoint/2010/main" val="900692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BE" dirty="0"/>
              <a:t>5330 = 50% * 10660 (3 KTL)</a:t>
            </a:r>
          </a:p>
        </p:txBody>
      </p:sp>
      <p:sp>
        <p:nvSpPr>
          <p:cNvPr id="4" name="Tijdelijke aanduiding voor dianummer 3"/>
          <p:cNvSpPr>
            <a:spLocks noGrp="1"/>
          </p:cNvSpPr>
          <p:nvPr>
            <p:ph type="sldNum" sz="quarter" idx="5"/>
          </p:nvPr>
        </p:nvSpPr>
        <p:spPr/>
        <p:txBody>
          <a:bodyPr/>
          <a:lstStyle/>
          <a:p>
            <a:fld id="{694BA39A-7E5D-4597-A525-39A31C49C3BF}" type="slidenum">
              <a:rPr lang="nl-BE" smtClean="0"/>
              <a:t>7</a:t>
            </a:fld>
            <a:endParaRPr lang="nl-BE"/>
          </a:p>
        </p:txBody>
      </p:sp>
    </p:spTree>
    <p:extLst>
      <p:ext uri="{BB962C8B-B14F-4D97-AF65-F5344CB8AC3E}">
        <p14:creationId xmlns:p14="http://schemas.microsoft.com/office/powerpoint/2010/main" val="1048554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dirty="0"/>
          </a:p>
        </p:txBody>
      </p:sp>
      <p:sp>
        <p:nvSpPr>
          <p:cNvPr id="4" name="Tijdelijke aanduiding voor dianummer 3"/>
          <p:cNvSpPr>
            <a:spLocks noGrp="1"/>
          </p:cNvSpPr>
          <p:nvPr>
            <p:ph type="sldNum" sz="quarter" idx="10"/>
          </p:nvPr>
        </p:nvSpPr>
        <p:spPr/>
        <p:txBody>
          <a:bodyPr/>
          <a:lstStyle/>
          <a:p>
            <a:fld id="{694BA39A-7E5D-4597-A525-39A31C49C3BF}" type="slidenum">
              <a:rPr lang="nl-BE" smtClean="0"/>
              <a:t>8</a:t>
            </a:fld>
            <a:endParaRPr lang="nl-BE"/>
          </a:p>
        </p:txBody>
      </p:sp>
    </p:spTree>
    <p:extLst>
      <p:ext uri="{BB962C8B-B14F-4D97-AF65-F5344CB8AC3E}">
        <p14:creationId xmlns:p14="http://schemas.microsoft.com/office/powerpoint/2010/main" val="25176243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94BA39A-7E5D-4597-A525-39A31C49C3BF}" type="slidenum">
              <a:rPr lang="nl-BE" smtClean="0"/>
              <a:t>9</a:t>
            </a:fld>
            <a:endParaRPr lang="nl-BE"/>
          </a:p>
        </p:txBody>
      </p:sp>
    </p:spTree>
    <p:extLst>
      <p:ext uri="{BB962C8B-B14F-4D97-AF65-F5344CB8AC3E}">
        <p14:creationId xmlns:p14="http://schemas.microsoft.com/office/powerpoint/2010/main" val="11799801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a:xfrm>
            <a:off x="90488" y="744538"/>
            <a:ext cx="6616700" cy="3722687"/>
          </a:xfrm>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10"/>
          </p:nvPr>
        </p:nvSpPr>
        <p:spPr/>
        <p:txBody>
          <a:bodyPr/>
          <a:lstStyle/>
          <a:p>
            <a:fld id="{694BA39A-7E5D-4597-A525-39A31C49C3BF}" type="slidenum">
              <a:rPr lang="nl-BE" smtClean="0"/>
              <a:t>10</a:t>
            </a:fld>
            <a:endParaRPr lang="nl-BE"/>
          </a:p>
        </p:txBody>
      </p:sp>
    </p:spTree>
    <p:extLst>
      <p:ext uri="{BB962C8B-B14F-4D97-AF65-F5344CB8AC3E}">
        <p14:creationId xmlns:p14="http://schemas.microsoft.com/office/powerpoint/2010/main" val="2658623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nl-BE"/>
          </a:p>
        </p:txBody>
      </p:sp>
      <p:sp>
        <p:nvSpPr>
          <p:cNvPr id="4" name="Tijdelijke aanduiding voor dianummer 3"/>
          <p:cNvSpPr>
            <a:spLocks noGrp="1"/>
          </p:cNvSpPr>
          <p:nvPr>
            <p:ph type="sldNum" sz="quarter" idx="5"/>
          </p:nvPr>
        </p:nvSpPr>
        <p:spPr/>
        <p:txBody>
          <a:bodyPr/>
          <a:lstStyle/>
          <a:p>
            <a:fld id="{694BA39A-7E5D-4597-A525-39A31C49C3BF}" type="slidenum">
              <a:rPr lang="nl-BE" smtClean="0"/>
              <a:t>11</a:t>
            </a:fld>
            <a:endParaRPr lang="nl-BE"/>
          </a:p>
        </p:txBody>
      </p:sp>
    </p:spTree>
    <p:extLst>
      <p:ext uri="{BB962C8B-B14F-4D97-AF65-F5344CB8AC3E}">
        <p14:creationId xmlns:p14="http://schemas.microsoft.com/office/powerpoint/2010/main" val="42775940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dia">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DAAE264-E56B-93C4-57F7-AEB8F14E0037}"/>
              </a:ext>
            </a:extLst>
          </p:cNvPr>
          <p:cNvSpPr>
            <a:spLocks noGrp="1"/>
          </p:cNvSpPr>
          <p:nvPr>
            <p:ph type="ctrTitle"/>
          </p:nvPr>
        </p:nvSpPr>
        <p:spPr>
          <a:xfrm>
            <a:off x="1524000" y="1122363"/>
            <a:ext cx="9144000" cy="2387600"/>
          </a:xfrm>
        </p:spPr>
        <p:txBody>
          <a:bodyPr anchor="b"/>
          <a:lstStyle>
            <a:lvl1pPr algn="ctr">
              <a:defRPr sz="6000"/>
            </a:lvl1pPr>
          </a:lstStyle>
          <a:p>
            <a:r>
              <a:rPr lang="nl-NL"/>
              <a:t>Klik om stijl te bewerken</a:t>
            </a:r>
          </a:p>
        </p:txBody>
      </p:sp>
      <p:sp>
        <p:nvSpPr>
          <p:cNvPr id="3" name="Ondertitel 2">
            <a:extLst>
              <a:ext uri="{FF2B5EF4-FFF2-40B4-BE49-F238E27FC236}">
                <a16:creationId xmlns:a16="http://schemas.microsoft.com/office/drawing/2014/main" id="{774A8F96-0F97-8D45-0515-F72D2DAD1C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nl-NL"/>
              <a:t>Klikken om de ondertitelstijl van het model te bewerken</a:t>
            </a:r>
          </a:p>
        </p:txBody>
      </p:sp>
      <p:sp>
        <p:nvSpPr>
          <p:cNvPr id="4" name="Tijdelijke aanduiding voor datum 3">
            <a:extLst>
              <a:ext uri="{FF2B5EF4-FFF2-40B4-BE49-F238E27FC236}">
                <a16:creationId xmlns:a16="http://schemas.microsoft.com/office/drawing/2014/main" id="{F83AC215-AD67-C190-ED75-6AD030DA3127}"/>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5" name="Tijdelijke aanduiding voor voettekst 4">
            <a:extLst>
              <a:ext uri="{FF2B5EF4-FFF2-40B4-BE49-F238E27FC236}">
                <a16:creationId xmlns:a16="http://schemas.microsoft.com/office/drawing/2014/main" id="{C0224F80-814A-655B-C115-D1E96D6C7617}"/>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0CA9C6D0-3133-5A62-BFB8-75ADB6C64F94}"/>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41834429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0F44F3-D5FA-7F00-045A-6FDBC0094B61}"/>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88908A26-CC48-D34B-7018-0071B7BD28C9}"/>
              </a:ext>
            </a:extLst>
          </p:cNvPr>
          <p:cNvSpPr>
            <a:spLocks noGrp="1"/>
          </p:cNvSpPr>
          <p:nvPr>
            <p:ph idx="1"/>
          </p:nvPr>
        </p:nvSpPr>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1756F383-D584-BBC7-25B2-D6A7C0C948A6}"/>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5" name="Tijdelijke aanduiding voor voettekst 4">
            <a:extLst>
              <a:ext uri="{FF2B5EF4-FFF2-40B4-BE49-F238E27FC236}">
                <a16:creationId xmlns:a16="http://schemas.microsoft.com/office/drawing/2014/main" id="{D414EC24-BFBE-AC91-6CD8-654464B2E0B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AE6C1F12-CC28-77D3-DD07-36945B3108F9}"/>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20045229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ekop">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4CCFD1-66CC-3E24-EE0C-EFC603C28C91}"/>
              </a:ext>
            </a:extLst>
          </p:cNvPr>
          <p:cNvSpPr>
            <a:spLocks noGrp="1"/>
          </p:cNvSpPr>
          <p:nvPr>
            <p:ph type="title"/>
          </p:nvPr>
        </p:nvSpPr>
        <p:spPr>
          <a:xfrm>
            <a:off x="831850" y="1709738"/>
            <a:ext cx="10515600" cy="2852737"/>
          </a:xfrm>
        </p:spPr>
        <p:txBody>
          <a:bodyPr anchor="b"/>
          <a:lstStyle>
            <a:lvl1pPr>
              <a:defRPr sz="6000"/>
            </a:lvl1pPr>
          </a:lstStyle>
          <a:p>
            <a:r>
              <a:rPr lang="nl-NL"/>
              <a:t>Klik om stijl te bewerken</a:t>
            </a:r>
          </a:p>
        </p:txBody>
      </p:sp>
      <p:sp>
        <p:nvSpPr>
          <p:cNvPr id="3" name="Tijdelijke aanduiding voor tekst 2">
            <a:extLst>
              <a:ext uri="{FF2B5EF4-FFF2-40B4-BE49-F238E27FC236}">
                <a16:creationId xmlns:a16="http://schemas.microsoft.com/office/drawing/2014/main" id="{0CA5B264-B11B-CB00-0250-80FAE26198F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nl-NL"/>
              <a:t>Klikken om de tekststijl van het model te bewerken</a:t>
            </a:r>
          </a:p>
        </p:txBody>
      </p:sp>
      <p:sp>
        <p:nvSpPr>
          <p:cNvPr id="4" name="Tijdelijke aanduiding voor datum 3">
            <a:extLst>
              <a:ext uri="{FF2B5EF4-FFF2-40B4-BE49-F238E27FC236}">
                <a16:creationId xmlns:a16="http://schemas.microsoft.com/office/drawing/2014/main" id="{D1250CE7-110C-517E-B05C-81AEBFBCE68F}"/>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5" name="Tijdelijke aanduiding voor voettekst 4">
            <a:extLst>
              <a:ext uri="{FF2B5EF4-FFF2-40B4-BE49-F238E27FC236}">
                <a16:creationId xmlns:a16="http://schemas.microsoft.com/office/drawing/2014/main" id="{0D559C34-18A2-9A29-AE87-C5218870CB4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B0E76BC4-BECB-77B0-C8AD-9A419C24D331}"/>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153321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50EFE52-D9B5-49A2-CD56-FB58890AA1B7}"/>
              </a:ext>
            </a:extLst>
          </p:cNvPr>
          <p:cNvSpPr>
            <a:spLocks noGrp="1"/>
          </p:cNvSpPr>
          <p:nvPr>
            <p:ph type="title"/>
          </p:nvPr>
        </p:nvSpPr>
        <p:spPr/>
        <p:txBody>
          <a:bodyPr/>
          <a:lstStyle/>
          <a:p>
            <a:r>
              <a:rPr lang="nl-NL"/>
              <a:t>Klik om stijl te bewerken</a:t>
            </a:r>
          </a:p>
        </p:txBody>
      </p:sp>
      <p:sp>
        <p:nvSpPr>
          <p:cNvPr id="3" name="Tijdelijke aanduiding voor inhoud 2">
            <a:extLst>
              <a:ext uri="{FF2B5EF4-FFF2-40B4-BE49-F238E27FC236}">
                <a16:creationId xmlns:a16="http://schemas.microsoft.com/office/drawing/2014/main" id="{F9F41030-7B05-B2B4-68BF-4ADAF136F5DD}"/>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a:extLst>
              <a:ext uri="{FF2B5EF4-FFF2-40B4-BE49-F238E27FC236}">
                <a16:creationId xmlns:a16="http://schemas.microsoft.com/office/drawing/2014/main" id="{8CC53F41-AB51-5446-41F7-008619C6F1B8}"/>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datum 4">
            <a:extLst>
              <a:ext uri="{FF2B5EF4-FFF2-40B4-BE49-F238E27FC236}">
                <a16:creationId xmlns:a16="http://schemas.microsoft.com/office/drawing/2014/main" id="{4AD93890-CEAE-52E8-3E6E-9B3FF5044E87}"/>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6" name="Tijdelijke aanduiding voor voettekst 5">
            <a:extLst>
              <a:ext uri="{FF2B5EF4-FFF2-40B4-BE49-F238E27FC236}">
                <a16:creationId xmlns:a16="http://schemas.microsoft.com/office/drawing/2014/main" id="{728ACD2E-879A-C714-88A8-E9E966DD7B6D}"/>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13B148B-37A6-61D8-2909-3A756B73FCD6}"/>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3596491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elijkin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8F1125D-56E8-FA75-2E7A-AE88DBEDC6D0}"/>
              </a:ext>
            </a:extLst>
          </p:cNvPr>
          <p:cNvSpPr>
            <a:spLocks noGrp="1"/>
          </p:cNvSpPr>
          <p:nvPr>
            <p:ph type="title"/>
          </p:nvPr>
        </p:nvSpPr>
        <p:spPr>
          <a:xfrm>
            <a:off x="839788" y="365125"/>
            <a:ext cx="10515600" cy="1325563"/>
          </a:xfrm>
        </p:spPr>
        <p:txBody>
          <a:bodyPr/>
          <a:lstStyle/>
          <a:p>
            <a:r>
              <a:rPr lang="nl-NL"/>
              <a:t>Klik om stijl te bewerken</a:t>
            </a:r>
          </a:p>
        </p:txBody>
      </p:sp>
      <p:sp>
        <p:nvSpPr>
          <p:cNvPr id="3" name="Tijdelijke aanduiding voor tekst 2">
            <a:extLst>
              <a:ext uri="{FF2B5EF4-FFF2-40B4-BE49-F238E27FC236}">
                <a16:creationId xmlns:a16="http://schemas.microsoft.com/office/drawing/2014/main" id="{49CAB7F9-F828-D25D-A75C-972421AA2B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4" name="Tijdelijke aanduiding voor inhoud 3">
            <a:extLst>
              <a:ext uri="{FF2B5EF4-FFF2-40B4-BE49-F238E27FC236}">
                <a16:creationId xmlns:a16="http://schemas.microsoft.com/office/drawing/2014/main" id="{CB593091-1420-1638-E79E-D285D2390B18}"/>
              </a:ext>
            </a:extLst>
          </p:cNvPr>
          <p:cNvSpPr>
            <a:spLocks noGrp="1"/>
          </p:cNvSpPr>
          <p:nvPr>
            <p:ph sz="half" idx="2"/>
          </p:nvPr>
        </p:nvSpPr>
        <p:spPr>
          <a:xfrm>
            <a:off x="839788" y="2505075"/>
            <a:ext cx="5157787"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tekst 4">
            <a:extLst>
              <a:ext uri="{FF2B5EF4-FFF2-40B4-BE49-F238E27FC236}">
                <a16:creationId xmlns:a16="http://schemas.microsoft.com/office/drawing/2014/main" id="{D774729A-A4BE-7D8E-EBBC-F05812E2A5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l-NL"/>
              <a:t>Klikken om de tekststijl van het model te bewerken</a:t>
            </a:r>
          </a:p>
        </p:txBody>
      </p:sp>
      <p:sp>
        <p:nvSpPr>
          <p:cNvPr id="6" name="Tijdelijke aanduiding voor inhoud 5">
            <a:extLst>
              <a:ext uri="{FF2B5EF4-FFF2-40B4-BE49-F238E27FC236}">
                <a16:creationId xmlns:a16="http://schemas.microsoft.com/office/drawing/2014/main" id="{8F2EA503-0EFA-A947-D066-C5AC726F1D2E}"/>
              </a:ext>
            </a:extLst>
          </p:cNvPr>
          <p:cNvSpPr>
            <a:spLocks noGrp="1"/>
          </p:cNvSpPr>
          <p:nvPr>
            <p:ph sz="quarter" idx="4"/>
          </p:nvPr>
        </p:nvSpPr>
        <p:spPr>
          <a:xfrm>
            <a:off x="6172200" y="2505075"/>
            <a:ext cx="5183188" cy="368458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7" name="Tijdelijke aanduiding voor datum 6">
            <a:extLst>
              <a:ext uri="{FF2B5EF4-FFF2-40B4-BE49-F238E27FC236}">
                <a16:creationId xmlns:a16="http://schemas.microsoft.com/office/drawing/2014/main" id="{25776F71-19CF-AC11-F078-D0AA23944A88}"/>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8" name="Tijdelijke aanduiding voor voettekst 7">
            <a:extLst>
              <a:ext uri="{FF2B5EF4-FFF2-40B4-BE49-F238E27FC236}">
                <a16:creationId xmlns:a16="http://schemas.microsoft.com/office/drawing/2014/main" id="{01C08FB9-9087-4B3E-316A-B90B41A46A3F}"/>
              </a:ext>
            </a:extLst>
          </p:cNvPr>
          <p:cNvSpPr>
            <a:spLocks noGrp="1"/>
          </p:cNvSpPr>
          <p:nvPr>
            <p:ph type="ftr" sz="quarter" idx="11"/>
          </p:nvPr>
        </p:nvSpPr>
        <p:spPr/>
        <p:txBody>
          <a:bodyPr/>
          <a:lstStyle/>
          <a:p>
            <a:endParaRPr lang="nl-NL"/>
          </a:p>
        </p:txBody>
      </p:sp>
      <p:sp>
        <p:nvSpPr>
          <p:cNvPr id="9" name="Tijdelijke aanduiding voor dianummer 8">
            <a:extLst>
              <a:ext uri="{FF2B5EF4-FFF2-40B4-BE49-F238E27FC236}">
                <a16:creationId xmlns:a16="http://schemas.microsoft.com/office/drawing/2014/main" id="{0B8D0E55-3008-5D4E-4F16-F870CC30BF0C}"/>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2334639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885455A-6939-DF63-CEE8-2AF3E4086B30}"/>
              </a:ext>
            </a:extLst>
          </p:cNvPr>
          <p:cNvSpPr>
            <a:spLocks noGrp="1"/>
          </p:cNvSpPr>
          <p:nvPr>
            <p:ph type="title"/>
          </p:nvPr>
        </p:nvSpPr>
        <p:spPr/>
        <p:txBody>
          <a:bodyPr/>
          <a:lstStyle/>
          <a:p>
            <a:r>
              <a:rPr lang="nl-NL"/>
              <a:t>Klik om stijl te bewerken</a:t>
            </a:r>
          </a:p>
        </p:txBody>
      </p:sp>
      <p:sp>
        <p:nvSpPr>
          <p:cNvPr id="3" name="Tijdelijke aanduiding voor datum 2">
            <a:extLst>
              <a:ext uri="{FF2B5EF4-FFF2-40B4-BE49-F238E27FC236}">
                <a16:creationId xmlns:a16="http://schemas.microsoft.com/office/drawing/2014/main" id="{A3D256DF-7CD7-F33F-4366-90C25C29A340}"/>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4" name="Tijdelijke aanduiding voor voettekst 3">
            <a:extLst>
              <a:ext uri="{FF2B5EF4-FFF2-40B4-BE49-F238E27FC236}">
                <a16:creationId xmlns:a16="http://schemas.microsoft.com/office/drawing/2014/main" id="{0E6AD57A-7DDD-FD7E-E38D-B59A31E25CA2}"/>
              </a:ext>
            </a:extLst>
          </p:cNvPr>
          <p:cNvSpPr>
            <a:spLocks noGrp="1"/>
          </p:cNvSpPr>
          <p:nvPr>
            <p:ph type="ftr" sz="quarter" idx="11"/>
          </p:nvPr>
        </p:nvSpPr>
        <p:spPr/>
        <p:txBody>
          <a:bodyPr/>
          <a:lstStyle/>
          <a:p>
            <a:endParaRPr lang="nl-NL"/>
          </a:p>
        </p:txBody>
      </p:sp>
      <p:sp>
        <p:nvSpPr>
          <p:cNvPr id="5" name="Tijdelijke aanduiding voor dianummer 4">
            <a:extLst>
              <a:ext uri="{FF2B5EF4-FFF2-40B4-BE49-F238E27FC236}">
                <a16:creationId xmlns:a16="http://schemas.microsoft.com/office/drawing/2014/main" id="{C03EF7EF-7F97-BFA1-D359-C926FC7995FF}"/>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23132595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a:extLst>
              <a:ext uri="{FF2B5EF4-FFF2-40B4-BE49-F238E27FC236}">
                <a16:creationId xmlns:a16="http://schemas.microsoft.com/office/drawing/2014/main" id="{56DE0489-EB70-742C-F3B9-4B797373C416}"/>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3" name="Tijdelijke aanduiding voor voettekst 2">
            <a:extLst>
              <a:ext uri="{FF2B5EF4-FFF2-40B4-BE49-F238E27FC236}">
                <a16:creationId xmlns:a16="http://schemas.microsoft.com/office/drawing/2014/main" id="{7C780CFC-2BD7-C202-800C-ECA54E218CF4}"/>
              </a:ext>
            </a:extLst>
          </p:cNvPr>
          <p:cNvSpPr>
            <a:spLocks noGrp="1"/>
          </p:cNvSpPr>
          <p:nvPr>
            <p:ph type="ftr" sz="quarter" idx="11"/>
          </p:nvPr>
        </p:nvSpPr>
        <p:spPr/>
        <p:txBody>
          <a:bodyPr/>
          <a:lstStyle/>
          <a:p>
            <a:endParaRPr lang="nl-NL"/>
          </a:p>
        </p:txBody>
      </p:sp>
      <p:sp>
        <p:nvSpPr>
          <p:cNvPr id="4" name="Tijdelijke aanduiding voor dianummer 3">
            <a:extLst>
              <a:ext uri="{FF2B5EF4-FFF2-40B4-BE49-F238E27FC236}">
                <a16:creationId xmlns:a16="http://schemas.microsoft.com/office/drawing/2014/main" id="{20BB3638-C53B-7EB0-2DFB-8F2225658F06}"/>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21631974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oud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945E790-FD95-F19B-782E-EF9ED42A4768}"/>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inhoud 2">
            <a:extLst>
              <a:ext uri="{FF2B5EF4-FFF2-40B4-BE49-F238E27FC236}">
                <a16:creationId xmlns:a16="http://schemas.microsoft.com/office/drawing/2014/main" id="{4829972D-5320-821A-E530-8047E09F657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tekst 3">
            <a:extLst>
              <a:ext uri="{FF2B5EF4-FFF2-40B4-BE49-F238E27FC236}">
                <a16:creationId xmlns:a16="http://schemas.microsoft.com/office/drawing/2014/main" id="{EF079E16-DF4E-A37A-0808-B5EFBBF9DC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D115A64C-0B6C-F7B6-D0F5-F1B8F52AF8A3}"/>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6" name="Tijdelijke aanduiding voor voettekst 5">
            <a:extLst>
              <a:ext uri="{FF2B5EF4-FFF2-40B4-BE49-F238E27FC236}">
                <a16:creationId xmlns:a16="http://schemas.microsoft.com/office/drawing/2014/main" id="{0AC64F0C-A49A-0B47-ACDF-8A9A5B8A1817}"/>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DCEF20D2-6CEA-C5AF-DF9D-D835EC2FB349}"/>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34786240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Afbeelding met bij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DD16341-7D82-B548-4C8D-7955A95412EF}"/>
              </a:ext>
            </a:extLst>
          </p:cNvPr>
          <p:cNvSpPr>
            <a:spLocks noGrp="1"/>
          </p:cNvSpPr>
          <p:nvPr>
            <p:ph type="title"/>
          </p:nvPr>
        </p:nvSpPr>
        <p:spPr>
          <a:xfrm>
            <a:off x="839788" y="457200"/>
            <a:ext cx="3932237" cy="1600200"/>
          </a:xfrm>
        </p:spPr>
        <p:txBody>
          <a:bodyPr anchor="b"/>
          <a:lstStyle>
            <a:lvl1pPr>
              <a:defRPr sz="3200"/>
            </a:lvl1pPr>
          </a:lstStyle>
          <a:p>
            <a:r>
              <a:rPr lang="nl-NL"/>
              <a:t>Klik om stijl te bewerken</a:t>
            </a:r>
          </a:p>
        </p:txBody>
      </p:sp>
      <p:sp>
        <p:nvSpPr>
          <p:cNvPr id="3" name="Tijdelijke aanduiding voor afbeelding 2">
            <a:extLst>
              <a:ext uri="{FF2B5EF4-FFF2-40B4-BE49-F238E27FC236}">
                <a16:creationId xmlns:a16="http://schemas.microsoft.com/office/drawing/2014/main" id="{04DE381D-D6D4-304B-2232-FB07C5AD877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ijdelijke aanduiding voor tekst 3">
            <a:extLst>
              <a:ext uri="{FF2B5EF4-FFF2-40B4-BE49-F238E27FC236}">
                <a16:creationId xmlns:a16="http://schemas.microsoft.com/office/drawing/2014/main" id="{4F50A62E-EB80-6D45-C26A-7076C645C3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nl-NL"/>
              <a:t>Klikken om de tekststijl van het model te bewerken</a:t>
            </a:r>
          </a:p>
        </p:txBody>
      </p:sp>
      <p:sp>
        <p:nvSpPr>
          <p:cNvPr id="5" name="Tijdelijke aanduiding voor datum 4">
            <a:extLst>
              <a:ext uri="{FF2B5EF4-FFF2-40B4-BE49-F238E27FC236}">
                <a16:creationId xmlns:a16="http://schemas.microsoft.com/office/drawing/2014/main" id="{C8F5A7B8-E70C-7A0F-9D17-CA0DD1930537}"/>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6" name="Tijdelijke aanduiding voor voettekst 5">
            <a:extLst>
              <a:ext uri="{FF2B5EF4-FFF2-40B4-BE49-F238E27FC236}">
                <a16:creationId xmlns:a16="http://schemas.microsoft.com/office/drawing/2014/main" id="{BFD9C9A7-8B38-BD80-81CA-7048DB5401F1}"/>
              </a:ext>
            </a:extLst>
          </p:cNvPr>
          <p:cNvSpPr>
            <a:spLocks noGrp="1"/>
          </p:cNvSpPr>
          <p:nvPr>
            <p:ph type="ftr" sz="quarter" idx="11"/>
          </p:nvPr>
        </p:nvSpPr>
        <p:spPr/>
        <p:txBody>
          <a:bodyPr/>
          <a:lstStyle/>
          <a:p>
            <a:endParaRPr lang="nl-NL"/>
          </a:p>
        </p:txBody>
      </p:sp>
      <p:sp>
        <p:nvSpPr>
          <p:cNvPr id="7" name="Tijdelijke aanduiding voor dianummer 6">
            <a:extLst>
              <a:ext uri="{FF2B5EF4-FFF2-40B4-BE49-F238E27FC236}">
                <a16:creationId xmlns:a16="http://schemas.microsoft.com/office/drawing/2014/main" id="{7CFC5631-EC69-E2F9-D88F-6A0F7190E471}"/>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2739993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en verticale teks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A677A0-0970-210C-6061-C788B62675BE}"/>
              </a:ext>
            </a:extLst>
          </p:cNvPr>
          <p:cNvSpPr>
            <a:spLocks noGrp="1"/>
          </p:cNvSpPr>
          <p:nvPr>
            <p:ph type="title"/>
          </p:nvPr>
        </p:nvSpPr>
        <p:spPr/>
        <p:txBody>
          <a:bodyPr/>
          <a:lstStyle/>
          <a:p>
            <a:r>
              <a:rPr lang="nl-NL"/>
              <a:t>Klik om stijl te bewerken</a:t>
            </a:r>
          </a:p>
        </p:txBody>
      </p:sp>
      <p:sp>
        <p:nvSpPr>
          <p:cNvPr id="3" name="Tijdelijke aanduiding voor verticale tekst 2">
            <a:extLst>
              <a:ext uri="{FF2B5EF4-FFF2-40B4-BE49-F238E27FC236}">
                <a16:creationId xmlns:a16="http://schemas.microsoft.com/office/drawing/2014/main" id="{BECAEE09-446F-54D4-401B-B17184C3D365}"/>
              </a:ext>
            </a:extLst>
          </p:cNvPr>
          <p:cNvSpPr>
            <a:spLocks noGrp="1"/>
          </p:cNvSpPr>
          <p:nvPr>
            <p:ph type="body" orient="vert" idx="1"/>
          </p:nvPr>
        </p:nvSpPr>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B8AE1E61-BD1A-9EEE-B558-3030EDCE02F8}"/>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5" name="Tijdelijke aanduiding voor voettekst 4">
            <a:extLst>
              <a:ext uri="{FF2B5EF4-FFF2-40B4-BE49-F238E27FC236}">
                <a16:creationId xmlns:a16="http://schemas.microsoft.com/office/drawing/2014/main" id="{E60763F2-A911-193C-7D6B-8A3E7CDD9A92}"/>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9609EE18-64A2-FFE7-5DE0-E864E89BED35}"/>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14971790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e titel en tekst">
    <p:spTree>
      <p:nvGrpSpPr>
        <p:cNvPr id="1" name=""/>
        <p:cNvGrpSpPr/>
        <p:nvPr/>
      </p:nvGrpSpPr>
      <p:grpSpPr>
        <a:xfrm>
          <a:off x="0" y="0"/>
          <a:ext cx="0" cy="0"/>
          <a:chOff x="0" y="0"/>
          <a:chExt cx="0" cy="0"/>
        </a:xfrm>
      </p:grpSpPr>
      <p:sp>
        <p:nvSpPr>
          <p:cNvPr id="2" name="Verticale titel 1">
            <a:extLst>
              <a:ext uri="{FF2B5EF4-FFF2-40B4-BE49-F238E27FC236}">
                <a16:creationId xmlns:a16="http://schemas.microsoft.com/office/drawing/2014/main" id="{B23A665E-8676-7335-618E-A7F1164D1E29}"/>
              </a:ext>
            </a:extLst>
          </p:cNvPr>
          <p:cNvSpPr>
            <a:spLocks noGrp="1"/>
          </p:cNvSpPr>
          <p:nvPr>
            <p:ph type="title" orient="vert"/>
          </p:nvPr>
        </p:nvSpPr>
        <p:spPr>
          <a:xfrm>
            <a:off x="8724900" y="365125"/>
            <a:ext cx="2628900" cy="5811838"/>
          </a:xfrm>
        </p:spPr>
        <p:txBody>
          <a:bodyPr vert="eaVert"/>
          <a:lstStyle/>
          <a:p>
            <a:r>
              <a:rPr lang="nl-NL"/>
              <a:t>Klik om stijl te bewerken</a:t>
            </a:r>
          </a:p>
        </p:txBody>
      </p:sp>
      <p:sp>
        <p:nvSpPr>
          <p:cNvPr id="3" name="Tijdelijke aanduiding voor verticale tekst 2">
            <a:extLst>
              <a:ext uri="{FF2B5EF4-FFF2-40B4-BE49-F238E27FC236}">
                <a16:creationId xmlns:a16="http://schemas.microsoft.com/office/drawing/2014/main" id="{106AA1FA-CF62-CA6E-D032-0212656F6154}"/>
              </a:ext>
            </a:extLst>
          </p:cNvPr>
          <p:cNvSpPr>
            <a:spLocks noGrp="1"/>
          </p:cNvSpPr>
          <p:nvPr>
            <p:ph type="body" orient="vert" idx="1"/>
          </p:nvPr>
        </p:nvSpPr>
        <p:spPr>
          <a:xfrm>
            <a:off x="838200" y="365125"/>
            <a:ext cx="7734300" cy="5811838"/>
          </a:xfrm>
        </p:spPr>
        <p:txBody>
          <a:bodyPr vert="eaVert"/>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7FC8DD78-055B-E85F-9D51-F572219ACEEB}"/>
              </a:ext>
            </a:extLst>
          </p:cNvPr>
          <p:cNvSpPr>
            <a:spLocks noGrp="1"/>
          </p:cNvSpPr>
          <p:nvPr>
            <p:ph type="dt" sz="half" idx="10"/>
          </p:nvPr>
        </p:nvSpPr>
        <p:spPr/>
        <p:txBody>
          <a:bodyPr/>
          <a:lstStyle/>
          <a:p>
            <a:fld id="{2BB17C62-1D12-4AEF-8B4C-15C2FDBB91C8}" type="datetimeFigureOut">
              <a:rPr lang="nl-NL" smtClean="0"/>
              <a:t>18-2-2025</a:t>
            </a:fld>
            <a:endParaRPr lang="nl-NL"/>
          </a:p>
        </p:txBody>
      </p:sp>
      <p:sp>
        <p:nvSpPr>
          <p:cNvPr id="5" name="Tijdelijke aanduiding voor voettekst 4">
            <a:extLst>
              <a:ext uri="{FF2B5EF4-FFF2-40B4-BE49-F238E27FC236}">
                <a16:creationId xmlns:a16="http://schemas.microsoft.com/office/drawing/2014/main" id="{0ECB47DB-A1BF-590F-8BDE-E0ACEFD8376B}"/>
              </a:ext>
            </a:extLst>
          </p:cNvPr>
          <p:cNvSpPr>
            <a:spLocks noGrp="1"/>
          </p:cNvSpPr>
          <p:nvPr>
            <p:ph type="ftr" sz="quarter" idx="11"/>
          </p:nvPr>
        </p:nvSpPr>
        <p:spPr/>
        <p:txBody>
          <a:bodyPr/>
          <a:lstStyle/>
          <a:p>
            <a:endParaRPr lang="nl-NL"/>
          </a:p>
        </p:txBody>
      </p:sp>
      <p:sp>
        <p:nvSpPr>
          <p:cNvPr id="6" name="Tijdelijke aanduiding voor dianummer 5">
            <a:extLst>
              <a:ext uri="{FF2B5EF4-FFF2-40B4-BE49-F238E27FC236}">
                <a16:creationId xmlns:a16="http://schemas.microsoft.com/office/drawing/2014/main" id="{F7162D35-04B4-99E8-92AD-7FBFEF115D83}"/>
              </a:ext>
            </a:extLst>
          </p:cNvPr>
          <p:cNvSpPr>
            <a:spLocks noGrp="1"/>
          </p:cNvSpPr>
          <p:nvPr>
            <p:ph type="sldNum" sz="quarter" idx="12"/>
          </p:nvPr>
        </p:nvSpPr>
        <p:spPr/>
        <p:txBody>
          <a:bodyPr/>
          <a:lstStyle/>
          <a:p>
            <a:fld id="{DA059347-918B-4D8B-AB9C-B5EFB05A9F3C}" type="slidenum">
              <a:rPr lang="nl-NL" smtClean="0"/>
              <a:t>‹nr.›</a:t>
            </a:fld>
            <a:endParaRPr lang="nl-NL"/>
          </a:p>
        </p:txBody>
      </p:sp>
    </p:spTree>
    <p:extLst>
      <p:ext uri="{BB962C8B-B14F-4D97-AF65-F5344CB8AC3E}">
        <p14:creationId xmlns:p14="http://schemas.microsoft.com/office/powerpoint/2010/main" val="30389240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E29FB847-1F06-13F0-F331-42BC491F40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p>
        </p:txBody>
      </p:sp>
      <p:sp>
        <p:nvSpPr>
          <p:cNvPr id="3" name="Tijdelijke aanduiding voor tekst 2">
            <a:extLst>
              <a:ext uri="{FF2B5EF4-FFF2-40B4-BE49-F238E27FC236}">
                <a16:creationId xmlns:a16="http://schemas.microsoft.com/office/drawing/2014/main" id="{38E40142-529F-E3D6-50AE-EF1336C4FC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datum 3">
            <a:extLst>
              <a:ext uri="{FF2B5EF4-FFF2-40B4-BE49-F238E27FC236}">
                <a16:creationId xmlns:a16="http://schemas.microsoft.com/office/drawing/2014/main" id="{4E8D9E48-E8BF-F6C7-F4B2-65B126E29C0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BB17C62-1D12-4AEF-8B4C-15C2FDBB91C8}" type="datetimeFigureOut">
              <a:rPr lang="nl-NL" smtClean="0"/>
              <a:t>18-2-2025</a:t>
            </a:fld>
            <a:endParaRPr lang="nl-NL"/>
          </a:p>
        </p:txBody>
      </p:sp>
      <p:sp>
        <p:nvSpPr>
          <p:cNvPr id="5" name="Tijdelijke aanduiding voor voettekst 4">
            <a:extLst>
              <a:ext uri="{FF2B5EF4-FFF2-40B4-BE49-F238E27FC236}">
                <a16:creationId xmlns:a16="http://schemas.microsoft.com/office/drawing/2014/main" id="{24A818EE-988E-DF44-DD3C-051EB4F41A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nl-NL"/>
          </a:p>
        </p:txBody>
      </p:sp>
      <p:sp>
        <p:nvSpPr>
          <p:cNvPr id="6" name="Tijdelijke aanduiding voor dianummer 5">
            <a:extLst>
              <a:ext uri="{FF2B5EF4-FFF2-40B4-BE49-F238E27FC236}">
                <a16:creationId xmlns:a16="http://schemas.microsoft.com/office/drawing/2014/main" id="{EA135F16-434C-DEF8-1B01-2ABEB60B91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059347-918B-4D8B-AB9C-B5EFB05A9F3C}" type="slidenum">
              <a:rPr lang="nl-NL" smtClean="0"/>
              <a:t>‹nr.›</a:t>
            </a:fld>
            <a:endParaRPr lang="nl-NL"/>
          </a:p>
        </p:txBody>
      </p:sp>
    </p:spTree>
    <p:extLst>
      <p:ext uri="{BB962C8B-B14F-4D97-AF65-F5344CB8AC3E}">
        <p14:creationId xmlns:p14="http://schemas.microsoft.com/office/powerpoint/2010/main" val="14119568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Voorbeeld werking BVS AJ 2025</a:t>
            </a:r>
          </a:p>
        </p:txBody>
      </p:sp>
      <p:sp>
        <p:nvSpPr>
          <p:cNvPr id="3" name="Tijdelijke aanduiding voor inhoud 2"/>
          <p:cNvSpPr>
            <a:spLocks noGrp="1"/>
          </p:cNvSpPr>
          <p:nvPr>
            <p:ph idx="1"/>
          </p:nvPr>
        </p:nvSpPr>
        <p:spPr/>
        <p:txBody>
          <a:bodyPr>
            <a:normAutofit/>
          </a:bodyPr>
          <a:lstStyle/>
          <a:p>
            <a:r>
              <a:rPr lang="nl-BE" dirty="0"/>
              <a:t>Jules (52 jaar) en Marie (48 jaar) zijn gehuwd in 1999 en hebben geen kinderen ten laste. Jules is zwaar gehandicapt en kan hierdoor maar halftijds werken. Zijn NGBI bedraagt 24.000,00 euro.</a:t>
            </a:r>
          </a:p>
          <a:p>
            <a:r>
              <a:rPr lang="nl-BE" dirty="0"/>
              <a:t> Zijn echtgenote Marie werkt voltijds en heeft een NGBI van 54.000,00 euro.</a:t>
            </a:r>
          </a:p>
          <a:p>
            <a:r>
              <a:rPr lang="nl-BE" dirty="0"/>
              <a:t>Hieronder vinden jullie fase 2 van het berekeningsproces terug. </a:t>
            </a:r>
          </a:p>
          <a:p>
            <a:r>
              <a:rPr lang="nl-BE" dirty="0"/>
              <a:t>Gevraagd: </a:t>
            </a:r>
          </a:p>
          <a:p>
            <a:pPr lvl="1"/>
            <a:r>
              <a:rPr lang="nl-BE" dirty="0"/>
              <a:t>Vul vak II in van de aangifte voor Jules en Marie</a:t>
            </a:r>
          </a:p>
          <a:p>
            <a:pPr lvl="1"/>
            <a:r>
              <a:rPr lang="nl-BE" dirty="0"/>
              <a:t>Begrijp en leg uit hoe je aan het bedrag van de om te </a:t>
            </a:r>
            <a:r>
              <a:rPr lang="nl-BE" dirty="0" err="1"/>
              <a:t>slane</a:t>
            </a:r>
            <a:r>
              <a:rPr lang="nl-BE" dirty="0"/>
              <a:t> belasting komt.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0C819D-0E58-3394-E56D-1F7096E8872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379192D-5C17-5A67-D530-1B6C033B9CFF}"/>
              </a:ext>
            </a:extLst>
          </p:cNvPr>
          <p:cNvSpPr>
            <a:spLocks noGrp="1"/>
          </p:cNvSpPr>
          <p:nvPr>
            <p:ph type="title"/>
          </p:nvPr>
        </p:nvSpPr>
        <p:spPr/>
        <p:txBody>
          <a:bodyPr/>
          <a:lstStyle/>
          <a:p>
            <a:r>
              <a:rPr lang="nl-BE" dirty="0"/>
              <a:t>Voorbeeld werking BVS</a:t>
            </a:r>
          </a:p>
        </p:txBody>
      </p:sp>
      <p:pic>
        <p:nvPicPr>
          <p:cNvPr id="5" name="Tijdelijke aanduiding voor inhoud 4">
            <a:extLst>
              <a:ext uri="{FF2B5EF4-FFF2-40B4-BE49-F238E27FC236}">
                <a16:creationId xmlns:a16="http://schemas.microsoft.com/office/drawing/2014/main" id="{1DC98B56-6812-6219-0ECF-59CBA83F6454}"/>
              </a:ext>
            </a:extLst>
          </p:cNvPr>
          <p:cNvPicPr>
            <a:picLocks noGrp="1" noChangeAspect="1"/>
          </p:cNvPicPr>
          <p:nvPr>
            <p:ph idx="1"/>
          </p:nvPr>
        </p:nvPicPr>
        <p:blipFill>
          <a:blip r:embed="rId3"/>
          <a:stretch>
            <a:fillRect/>
          </a:stretch>
        </p:blipFill>
        <p:spPr>
          <a:xfrm>
            <a:off x="1636673" y="1198847"/>
            <a:ext cx="9482284" cy="4460307"/>
          </a:xfrm>
        </p:spPr>
      </p:pic>
    </p:spTree>
    <p:extLst>
      <p:ext uri="{BB962C8B-B14F-4D97-AF65-F5344CB8AC3E}">
        <p14:creationId xmlns:p14="http://schemas.microsoft.com/office/powerpoint/2010/main" val="2585450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EACC6A-871E-119C-9F62-17523B0279ED}"/>
              </a:ext>
            </a:extLst>
          </p:cNvPr>
          <p:cNvSpPr>
            <a:spLocks noGrp="1"/>
          </p:cNvSpPr>
          <p:nvPr>
            <p:ph type="ctrTitle"/>
          </p:nvPr>
        </p:nvSpPr>
        <p:spPr/>
        <p:txBody>
          <a:bodyPr/>
          <a:lstStyle/>
          <a:p>
            <a:r>
              <a:rPr lang="nl-NL" dirty="0"/>
              <a:t>Voorbeeld van fiscaal co-ouderschap</a:t>
            </a:r>
          </a:p>
        </p:txBody>
      </p:sp>
      <p:sp>
        <p:nvSpPr>
          <p:cNvPr id="3" name="Ondertitel 2">
            <a:extLst>
              <a:ext uri="{FF2B5EF4-FFF2-40B4-BE49-F238E27FC236}">
                <a16:creationId xmlns:a16="http://schemas.microsoft.com/office/drawing/2014/main" id="{93F64AE3-9E7A-7E5C-5680-CBCF907A99BF}"/>
              </a:ext>
            </a:extLst>
          </p:cNvPr>
          <p:cNvSpPr>
            <a:spLocks noGrp="1"/>
          </p:cNvSpPr>
          <p:nvPr>
            <p:ph type="subTitle" idx="1"/>
          </p:nvPr>
        </p:nvSpPr>
        <p:spPr/>
        <p:txBody>
          <a:bodyPr/>
          <a:lstStyle/>
          <a:p>
            <a:r>
              <a:rPr lang="nl-NL" dirty="0"/>
              <a:t>Let op aanslagjaar 2025</a:t>
            </a:r>
          </a:p>
        </p:txBody>
      </p:sp>
    </p:spTree>
    <p:extLst>
      <p:ext uri="{BB962C8B-B14F-4D97-AF65-F5344CB8AC3E}">
        <p14:creationId xmlns:p14="http://schemas.microsoft.com/office/powerpoint/2010/main" val="4706733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8112" y="94290"/>
            <a:ext cx="11435776" cy="814140"/>
          </a:xfrm>
        </p:spPr>
        <p:txBody>
          <a:bodyPr/>
          <a:lstStyle/>
          <a:p>
            <a:r>
              <a:rPr lang="nl-BE" sz="3333" dirty="0"/>
              <a:t>Fiscaal co-ouderschap (</a:t>
            </a:r>
            <a:r>
              <a:rPr lang="nl-BE" sz="3333" dirty="0">
                <a:solidFill>
                  <a:srgbClr val="FF0000"/>
                </a:solidFill>
              </a:rPr>
              <a:t>art. 132 bis WIB 1992</a:t>
            </a:r>
            <a:r>
              <a:rPr lang="nl-BE" sz="3333" dirty="0"/>
              <a:t>)</a:t>
            </a:r>
          </a:p>
        </p:txBody>
      </p:sp>
      <p:sp>
        <p:nvSpPr>
          <p:cNvPr id="3" name="Tijdelijke aanduiding voor inhoud 2"/>
          <p:cNvSpPr>
            <a:spLocks noGrp="1"/>
          </p:cNvSpPr>
          <p:nvPr>
            <p:ph idx="1"/>
          </p:nvPr>
        </p:nvSpPr>
        <p:spPr>
          <a:xfrm>
            <a:off x="612233" y="1028733"/>
            <a:ext cx="10753195" cy="5184576"/>
          </a:xfrm>
        </p:spPr>
        <p:txBody>
          <a:bodyPr>
            <a:normAutofit/>
          </a:bodyPr>
          <a:lstStyle/>
          <a:p>
            <a:r>
              <a:rPr lang="nl-BE" dirty="0"/>
              <a:t>Lees deze bladzijden grondig in het HB, </a:t>
            </a:r>
            <a:r>
              <a:rPr lang="nl-BE" dirty="0" err="1"/>
              <a:t>pag</a:t>
            </a:r>
            <a:r>
              <a:rPr lang="nl-BE" dirty="0"/>
              <a:t> 99 en verder</a:t>
            </a:r>
          </a:p>
          <a:p>
            <a:r>
              <a:rPr lang="nl-BE" dirty="0"/>
              <a:t>3 voorwaarden:</a:t>
            </a:r>
          </a:p>
          <a:p>
            <a:pPr lvl="1"/>
            <a:r>
              <a:rPr lang="nl-BE" dirty="0"/>
              <a:t>Ouderlijk gezag (onderhoudsplicht) door 2 BP geen deel zelfde gezin</a:t>
            </a:r>
          </a:p>
          <a:p>
            <a:pPr lvl="1"/>
            <a:r>
              <a:rPr lang="nl-BE" dirty="0"/>
              <a:t>Gelijke verdeling huisvesting</a:t>
            </a:r>
          </a:p>
          <a:p>
            <a:pPr lvl="1"/>
            <a:r>
              <a:rPr lang="nl-BE" dirty="0"/>
              <a:t>Geregistreerde beslissing/rechterlijke beslissing</a:t>
            </a:r>
          </a:p>
          <a:p>
            <a:r>
              <a:rPr lang="nl-BE" dirty="0"/>
              <a:t>Onderhoudsuitkeringen:</a:t>
            </a:r>
          </a:p>
          <a:p>
            <a:pPr lvl="1"/>
            <a:r>
              <a:rPr lang="nl-BE" dirty="0"/>
              <a:t>Voor zelfde periode geen combinatie met aftrek betaalde onderhoudsuitkering mogelijk</a:t>
            </a:r>
          </a:p>
          <a:p>
            <a:pPr lvl="1"/>
            <a:r>
              <a:rPr lang="nl-BE" dirty="0"/>
              <a:t>Binnen 1 jaar wel combinatie indien voor niet-overlappende periode</a:t>
            </a:r>
          </a:p>
          <a:p>
            <a:pPr marL="0" indent="0">
              <a:buNone/>
            </a:pPr>
            <a:endParaRPr lang="nl-BE" dirty="0"/>
          </a:p>
        </p:txBody>
      </p:sp>
    </p:spTree>
    <p:extLst>
      <p:ext uri="{BB962C8B-B14F-4D97-AF65-F5344CB8AC3E}">
        <p14:creationId xmlns:p14="http://schemas.microsoft.com/office/powerpoint/2010/main" val="1003792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624742" y="22573"/>
            <a:ext cx="10751844" cy="814140"/>
          </a:xfrm>
        </p:spPr>
        <p:txBody>
          <a:bodyPr/>
          <a:lstStyle/>
          <a:p>
            <a:r>
              <a:rPr lang="nl-BE"/>
              <a:t>Fiscaal co-ouderschap</a:t>
            </a:r>
          </a:p>
        </p:txBody>
      </p:sp>
      <p:sp>
        <p:nvSpPr>
          <p:cNvPr id="3" name="Tijdelijke aanduiding voor inhoud 2"/>
          <p:cNvSpPr>
            <a:spLocks noGrp="1"/>
          </p:cNvSpPr>
          <p:nvPr>
            <p:ph idx="1"/>
          </p:nvPr>
        </p:nvSpPr>
        <p:spPr>
          <a:xfrm>
            <a:off x="617985" y="872051"/>
            <a:ext cx="11046633" cy="5629291"/>
          </a:xfrm>
        </p:spPr>
        <p:txBody>
          <a:bodyPr>
            <a:normAutofit/>
          </a:bodyPr>
          <a:lstStyle/>
          <a:p>
            <a:r>
              <a:rPr lang="nl-BE" dirty="0"/>
              <a:t>Toekenning verhoging BVS</a:t>
            </a:r>
          </a:p>
          <a:p>
            <a:pPr lvl="1"/>
            <a:r>
              <a:rPr lang="nl-BE" dirty="0"/>
              <a:t>Verhoging voor kind ten laste: 50% voor elke ouder</a:t>
            </a:r>
          </a:p>
          <a:p>
            <a:pPr lvl="1"/>
            <a:r>
              <a:rPr lang="nl-BE" dirty="0"/>
              <a:t>Verhoging voor kind jonger dan 3 jaar: 50% voor elke ouder</a:t>
            </a:r>
          </a:p>
          <a:p>
            <a:pPr marL="237061" lvl="1" indent="0">
              <a:buNone/>
            </a:pPr>
            <a:endParaRPr lang="nl-BE" dirty="0"/>
          </a:p>
          <a:p>
            <a:pPr>
              <a:buFont typeface="Arial" panose="020B0604020202020204" pitchFamily="34" charset="0"/>
              <a:buChar char="•"/>
            </a:pPr>
            <a:r>
              <a:rPr lang="nl-BE" dirty="0"/>
              <a:t>Berekeningsmethode:</a:t>
            </a:r>
          </a:p>
          <a:p>
            <a:pPr lvl="1">
              <a:buFontTx/>
              <a:buChar char="-"/>
            </a:pPr>
            <a:r>
              <a:rPr lang="nl-BE" dirty="0"/>
              <a:t>1/ BVS voor de gemeenschappelijke kinderen (waarvan verdeling over beide BP is gevraagd) </a:t>
            </a:r>
            <a:r>
              <a:rPr lang="nl-BE" b="1" i="1" dirty="0"/>
              <a:t>met/zonder</a:t>
            </a:r>
            <a:r>
              <a:rPr lang="nl-BE" dirty="0"/>
              <a:t> rekening houdend met eventuele andere kinderen van het gezin waarvan zij deel uitmaken (</a:t>
            </a:r>
            <a:r>
              <a:rPr lang="nl-BE" b="1" i="1" dirty="0"/>
              <a:t>met</a:t>
            </a:r>
            <a:r>
              <a:rPr lang="nl-BE" dirty="0"/>
              <a:t> = bij ouder waar gemeenschappelijk kinderen gedomicilieerd; </a:t>
            </a:r>
            <a:r>
              <a:rPr lang="nl-BE" b="1" i="1" dirty="0"/>
              <a:t>zonder</a:t>
            </a:r>
            <a:r>
              <a:rPr lang="nl-BE" dirty="0"/>
              <a:t> = bij ouder waar kinderen niet gedomicilieerd zijn)</a:t>
            </a:r>
          </a:p>
          <a:p>
            <a:pPr marL="237061" lvl="1" indent="0">
              <a:buNone/>
            </a:pPr>
            <a:endParaRPr lang="nl-BE" dirty="0"/>
          </a:p>
          <a:p>
            <a:pPr lvl="1">
              <a:buFontTx/>
              <a:buChar char="-"/>
            </a:pPr>
            <a:r>
              <a:rPr lang="nl-BE" dirty="0"/>
              <a:t>2/ minus 50% van de BVS op de kinderen in co-ouderschap =&gt; deze gaat naar de BP die de fiscale woonplaats niet heeft van de gemeenschappelijke kinderen</a:t>
            </a:r>
          </a:p>
          <a:p>
            <a:pPr marL="237061" lvl="1" indent="0">
              <a:buNone/>
            </a:pPr>
            <a:endParaRPr lang="nl-BE" dirty="0"/>
          </a:p>
        </p:txBody>
      </p:sp>
    </p:spTree>
    <p:extLst>
      <p:ext uri="{BB962C8B-B14F-4D97-AF65-F5344CB8AC3E}">
        <p14:creationId xmlns:p14="http://schemas.microsoft.com/office/powerpoint/2010/main" val="36385714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Voorbeeld fiscaal co-ouderschap AJ 2025</a:t>
            </a:r>
          </a:p>
        </p:txBody>
      </p:sp>
      <p:sp>
        <p:nvSpPr>
          <p:cNvPr id="3" name="Tijdelijke aanduiding voor inhoud 2"/>
          <p:cNvSpPr>
            <a:spLocks noGrp="1"/>
          </p:cNvSpPr>
          <p:nvPr>
            <p:ph idx="1"/>
          </p:nvPr>
        </p:nvSpPr>
        <p:spPr/>
        <p:txBody>
          <a:bodyPr>
            <a:normAutofit/>
          </a:bodyPr>
          <a:lstStyle/>
          <a:p>
            <a:r>
              <a:rPr lang="nl-NL" dirty="0"/>
              <a:t>Maxima en Filip zijn gescheiden en hebben samen 3 gemeenschappelijke kinderen. Ze zijn gedomicilieerd bij Maxima. Maxima is hertrouwd met Jos en heeft met Jos nog 1 kind. Filip is hertrouwd met Lina en heeft met haar nog twee kinderen. Alle kinderen zijn ouder dan 3 jaar. </a:t>
            </a:r>
          </a:p>
          <a:p>
            <a:r>
              <a:rPr lang="nl-NL" dirty="0"/>
              <a:t>Gevraagd:</a:t>
            </a:r>
          </a:p>
          <a:p>
            <a:pPr lvl="1"/>
            <a:r>
              <a:rPr lang="nl-NL" dirty="0"/>
              <a:t>Bereken de verhoging van de BVS voor:</a:t>
            </a:r>
          </a:p>
          <a:p>
            <a:pPr lvl="2"/>
            <a:r>
              <a:rPr lang="nl-NL" dirty="0"/>
              <a:t>Jos en Maxima </a:t>
            </a:r>
          </a:p>
          <a:p>
            <a:pPr lvl="2"/>
            <a:r>
              <a:rPr lang="nl-NL" dirty="0"/>
              <a:t>Filip en Lina</a:t>
            </a:r>
          </a:p>
          <a:p>
            <a:pPr lvl="2"/>
            <a:endParaRPr lang="nl-NL" dirty="0"/>
          </a:p>
        </p:txBody>
      </p:sp>
    </p:spTree>
    <p:extLst>
      <p:ext uri="{BB962C8B-B14F-4D97-AF65-F5344CB8AC3E}">
        <p14:creationId xmlns:p14="http://schemas.microsoft.com/office/powerpoint/2010/main" val="30497589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Voorbeeld: Jos en Maxima AJ 2025</a:t>
            </a:r>
          </a:p>
        </p:txBody>
      </p:sp>
      <p:sp>
        <p:nvSpPr>
          <p:cNvPr id="3" name="Tijdelijke aanduiding voor inhoud 2"/>
          <p:cNvSpPr>
            <a:spLocks noGrp="1"/>
          </p:cNvSpPr>
          <p:nvPr>
            <p:ph idx="1"/>
          </p:nvPr>
        </p:nvSpPr>
        <p:spPr/>
        <p:txBody>
          <a:bodyPr/>
          <a:lstStyle/>
          <a:p>
            <a:r>
              <a:rPr lang="nl-BE"/>
              <a:t>Aangifte vak II.B</a:t>
            </a:r>
          </a:p>
          <a:p>
            <a:pPr lvl="1"/>
            <a:r>
              <a:rPr lang="nl-BE"/>
              <a:t>C 1030: 1</a:t>
            </a:r>
          </a:p>
          <a:p>
            <a:pPr lvl="1"/>
            <a:r>
              <a:rPr lang="nl-BE"/>
              <a:t>C 1034: 3</a:t>
            </a:r>
          </a:p>
          <a:p>
            <a:pPr marL="237061" lvl="1" indent="0">
              <a:buNone/>
            </a:pPr>
            <a:endParaRPr lang="nl-BE"/>
          </a:p>
          <a:p>
            <a:r>
              <a:rPr lang="nl-BE"/>
              <a:t>Verhoging BVS:</a:t>
            </a:r>
            <a:br>
              <a:rPr lang="nl-BE"/>
            </a:br>
            <a:endParaRPr lang="nl-BE"/>
          </a:p>
        </p:txBody>
      </p:sp>
      <p:graphicFrame>
        <p:nvGraphicFramePr>
          <p:cNvPr id="6" name="Tabel 5">
            <a:extLst>
              <a:ext uri="{FF2B5EF4-FFF2-40B4-BE49-F238E27FC236}">
                <a16:creationId xmlns:a16="http://schemas.microsoft.com/office/drawing/2014/main" id="{E6B5591F-D17E-4785-8C0F-EAF1D1F62925}"/>
              </a:ext>
            </a:extLst>
          </p:cNvPr>
          <p:cNvGraphicFramePr>
            <a:graphicFrameLocks noGrp="1"/>
          </p:cNvGraphicFramePr>
          <p:nvPr/>
        </p:nvGraphicFramePr>
        <p:xfrm>
          <a:off x="815413" y="4293096"/>
          <a:ext cx="8128000" cy="1483359"/>
        </p:xfrm>
        <a:graphic>
          <a:graphicData uri="http://schemas.openxmlformats.org/drawingml/2006/table">
            <a:tbl>
              <a:tblPr bandRow="1">
                <a:tableStyleId>{5C22544A-7EE6-4342-B048-85BDC9FD1C3A}</a:tableStyleId>
              </a:tblPr>
              <a:tblGrid>
                <a:gridCol w="6402824">
                  <a:extLst>
                    <a:ext uri="{9D8B030D-6E8A-4147-A177-3AD203B41FA5}">
                      <a16:colId xmlns:a16="http://schemas.microsoft.com/office/drawing/2014/main" val="2518443838"/>
                    </a:ext>
                  </a:extLst>
                </a:gridCol>
                <a:gridCol w="1725176">
                  <a:extLst>
                    <a:ext uri="{9D8B030D-6E8A-4147-A177-3AD203B41FA5}">
                      <a16:colId xmlns:a16="http://schemas.microsoft.com/office/drawing/2014/main" val="2647952042"/>
                    </a:ext>
                  </a:extLst>
                </a:gridCol>
              </a:tblGrid>
              <a:tr h="494453">
                <a:tc>
                  <a:txBody>
                    <a:bodyPr/>
                    <a:lstStyle/>
                    <a:p>
                      <a:pPr algn="l" fontAlgn="b"/>
                      <a:r>
                        <a:rPr lang="nl-BE" sz="2700" b="0" i="0" u="none" strike="noStrike" dirty="0">
                          <a:solidFill>
                            <a:srgbClr val="000000"/>
                          </a:solidFill>
                          <a:effectLst/>
                          <a:latin typeface="Calibri" panose="020F0502020204030204" pitchFamily="34" charset="0"/>
                        </a:rPr>
                        <a:t>4 kinderen</a:t>
                      </a:r>
                    </a:p>
                  </a:txBody>
                  <a:tcPr marL="12700" marR="12700" marT="12700" marB="0" anchor="b"/>
                </a:tc>
                <a:tc>
                  <a:txBody>
                    <a:bodyPr/>
                    <a:lstStyle/>
                    <a:p>
                      <a:pPr algn="r" fontAlgn="b"/>
                      <a:r>
                        <a:rPr lang="nl-BE" sz="2700" b="0" i="0" u="none" strike="noStrike" dirty="0">
                          <a:solidFill>
                            <a:srgbClr val="000000"/>
                          </a:solidFill>
                          <a:effectLst/>
                          <a:latin typeface="Calibri" panose="020F0502020204030204" pitchFamily="34" charset="0"/>
                        </a:rPr>
                        <a:t>17.940,00</a:t>
                      </a:r>
                    </a:p>
                  </a:txBody>
                  <a:tcPr marL="12700" marR="12700" marT="12700" marB="0" anchor="b"/>
                </a:tc>
                <a:extLst>
                  <a:ext uri="{0D108BD9-81ED-4DB2-BD59-A6C34878D82A}">
                    <a16:rowId xmlns:a16="http://schemas.microsoft.com/office/drawing/2014/main" val="1684468329"/>
                  </a:ext>
                </a:extLst>
              </a:tr>
              <a:tr h="494453">
                <a:tc>
                  <a:txBody>
                    <a:bodyPr/>
                    <a:lstStyle/>
                    <a:p>
                      <a:pPr algn="l" fontAlgn="b"/>
                      <a:r>
                        <a:rPr lang="nl-BE" sz="2700" b="0" i="0" u="none" strike="noStrike">
                          <a:solidFill>
                            <a:srgbClr val="000000"/>
                          </a:solidFill>
                          <a:effectLst/>
                          <a:latin typeface="Calibri" panose="020F0502020204030204" pitchFamily="34" charset="0"/>
                        </a:rPr>
                        <a:t>- Helft verhoging BVS voor 3 kinderen</a:t>
                      </a:r>
                    </a:p>
                  </a:txBody>
                  <a:tcPr marL="12700" marR="12700" marT="12700" marB="0" anchor="b"/>
                </a:tc>
                <a:tc>
                  <a:txBody>
                    <a:bodyPr/>
                    <a:lstStyle/>
                    <a:p>
                      <a:pPr algn="r" fontAlgn="b"/>
                      <a:r>
                        <a:rPr lang="nl-BE" sz="2700" b="0" i="0" u="none" strike="noStrike" dirty="0">
                          <a:solidFill>
                            <a:srgbClr val="000000"/>
                          </a:solidFill>
                          <a:effectLst/>
                          <a:latin typeface="Calibri" panose="020F0502020204030204" pitchFamily="34" charset="0"/>
                        </a:rPr>
                        <a:t>- 5.545,00</a:t>
                      </a:r>
                    </a:p>
                  </a:txBody>
                  <a:tcPr marL="12700" marR="12700" marT="12700" marB="0" anchor="b"/>
                </a:tc>
                <a:extLst>
                  <a:ext uri="{0D108BD9-81ED-4DB2-BD59-A6C34878D82A}">
                    <a16:rowId xmlns:a16="http://schemas.microsoft.com/office/drawing/2014/main" val="121668574"/>
                  </a:ext>
                </a:extLst>
              </a:tr>
              <a:tr h="494453">
                <a:tc>
                  <a:txBody>
                    <a:bodyPr/>
                    <a:lstStyle/>
                    <a:p>
                      <a:pPr algn="l" fontAlgn="b"/>
                      <a:r>
                        <a:rPr lang="nl-BE" sz="2700" b="0" i="0" u="none" strike="noStrike">
                          <a:solidFill>
                            <a:srgbClr val="000000"/>
                          </a:solidFill>
                          <a:effectLst/>
                          <a:latin typeface="Calibri" panose="020F0502020204030204" pitchFamily="34" charset="0"/>
                        </a:rPr>
                        <a:t>Totaal</a:t>
                      </a:r>
                    </a:p>
                  </a:txBody>
                  <a:tcPr marL="12700" marR="12700" marT="12700" marB="0" anchor="b"/>
                </a:tc>
                <a:tc>
                  <a:txBody>
                    <a:bodyPr/>
                    <a:lstStyle/>
                    <a:p>
                      <a:pPr algn="r" fontAlgn="b"/>
                      <a:r>
                        <a:rPr lang="nl-BE" sz="2700" b="0" i="0" u="none" strike="noStrike" dirty="0">
                          <a:solidFill>
                            <a:srgbClr val="000000"/>
                          </a:solidFill>
                          <a:effectLst/>
                          <a:latin typeface="Calibri" panose="020F0502020204030204" pitchFamily="34" charset="0"/>
                        </a:rPr>
                        <a:t>12.395,00</a:t>
                      </a:r>
                    </a:p>
                  </a:txBody>
                  <a:tcPr marL="12700" marR="12700" marT="12700" marB="0" anchor="b"/>
                </a:tc>
                <a:extLst>
                  <a:ext uri="{0D108BD9-81ED-4DB2-BD59-A6C34878D82A}">
                    <a16:rowId xmlns:a16="http://schemas.microsoft.com/office/drawing/2014/main" val="3006955466"/>
                  </a:ext>
                </a:extLst>
              </a:tr>
            </a:tbl>
          </a:graphicData>
        </a:graphic>
      </p:graphicFrame>
    </p:spTree>
    <p:extLst>
      <p:ext uri="{BB962C8B-B14F-4D97-AF65-F5344CB8AC3E}">
        <p14:creationId xmlns:p14="http://schemas.microsoft.com/office/powerpoint/2010/main" val="14936519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dirty="0"/>
              <a:t>Voorbeeld Filip en Lina AJ 2025</a:t>
            </a:r>
          </a:p>
        </p:txBody>
      </p:sp>
      <p:sp>
        <p:nvSpPr>
          <p:cNvPr id="3" name="Tijdelijke aanduiding voor inhoud 2"/>
          <p:cNvSpPr>
            <a:spLocks noGrp="1"/>
          </p:cNvSpPr>
          <p:nvPr>
            <p:ph idx="1"/>
          </p:nvPr>
        </p:nvSpPr>
        <p:spPr/>
        <p:txBody>
          <a:bodyPr/>
          <a:lstStyle/>
          <a:p>
            <a:r>
              <a:rPr lang="nl-BE"/>
              <a:t>Aangifte vak II.B</a:t>
            </a:r>
          </a:p>
          <a:p>
            <a:pPr lvl="1"/>
            <a:r>
              <a:rPr lang="nl-BE"/>
              <a:t>C 1030: 2</a:t>
            </a:r>
          </a:p>
          <a:p>
            <a:pPr lvl="1"/>
            <a:r>
              <a:rPr lang="nl-BE"/>
              <a:t>C 1036: 3</a:t>
            </a:r>
          </a:p>
          <a:p>
            <a:endParaRPr lang="nl-BE"/>
          </a:p>
          <a:p>
            <a:r>
              <a:rPr lang="nl-BE"/>
              <a:t>Verhoging BVS:</a:t>
            </a:r>
            <a:endParaRPr lang="nl-NL"/>
          </a:p>
        </p:txBody>
      </p:sp>
      <p:graphicFrame>
        <p:nvGraphicFramePr>
          <p:cNvPr id="8" name="Tabel 7">
            <a:extLst>
              <a:ext uri="{FF2B5EF4-FFF2-40B4-BE49-F238E27FC236}">
                <a16:creationId xmlns:a16="http://schemas.microsoft.com/office/drawing/2014/main" id="{4F2266DB-62A3-47ED-9137-B96853E59FEB}"/>
              </a:ext>
            </a:extLst>
          </p:cNvPr>
          <p:cNvGraphicFramePr>
            <a:graphicFrameLocks noGrp="1"/>
          </p:cNvGraphicFramePr>
          <p:nvPr/>
        </p:nvGraphicFramePr>
        <p:xfrm>
          <a:off x="808565" y="4389107"/>
          <a:ext cx="8128000" cy="1483359"/>
        </p:xfrm>
        <a:graphic>
          <a:graphicData uri="http://schemas.openxmlformats.org/drawingml/2006/table">
            <a:tbl>
              <a:tblPr bandRow="1">
                <a:tableStyleId>{5C22544A-7EE6-4342-B048-85BDC9FD1C3A}</a:tableStyleId>
              </a:tblPr>
              <a:tblGrid>
                <a:gridCol w="6402824">
                  <a:extLst>
                    <a:ext uri="{9D8B030D-6E8A-4147-A177-3AD203B41FA5}">
                      <a16:colId xmlns:a16="http://schemas.microsoft.com/office/drawing/2014/main" val="2518443838"/>
                    </a:ext>
                  </a:extLst>
                </a:gridCol>
                <a:gridCol w="1725176">
                  <a:extLst>
                    <a:ext uri="{9D8B030D-6E8A-4147-A177-3AD203B41FA5}">
                      <a16:colId xmlns:a16="http://schemas.microsoft.com/office/drawing/2014/main" val="2647952042"/>
                    </a:ext>
                  </a:extLst>
                </a:gridCol>
              </a:tblGrid>
              <a:tr h="494453">
                <a:tc>
                  <a:txBody>
                    <a:bodyPr/>
                    <a:lstStyle/>
                    <a:p>
                      <a:pPr algn="l" fontAlgn="b"/>
                      <a:r>
                        <a:rPr lang="nl-BE" sz="2700" b="0" i="0" u="none" strike="noStrike">
                          <a:solidFill>
                            <a:srgbClr val="000000"/>
                          </a:solidFill>
                          <a:effectLst/>
                          <a:latin typeface="Calibri" panose="020F0502020204030204" pitchFamily="34" charset="0"/>
                        </a:rPr>
                        <a:t>2 kinderen</a:t>
                      </a:r>
                    </a:p>
                  </a:txBody>
                  <a:tcPr marL="12700" marR="12700" marT="12700" marB="0" anchor="b"/>
                </a:tc>
                <a:tc>
                  <a:txBody>
                    <a:bodyPr/>
                    <a:lstStyle/>
                    <a:p>
                      <a:pPr algn="r" fontAlgn="b"/>
                      <a:r>
                        <a:rPr lang="nl-BE" sz="2700" b="0" i="0" u="none" strike="noStrike" dirty="0">
                          <a:solidFill>
                            <a:srgbClr val="000000"/>
                          </a:solidFill>
                          <a:effectLst/>
                          <a:latin typeface="Calibri" panose="020F0502020204030204" pitchFamily="34" charset="0"/>
                        </a:rPr>
                        <a:t>4.950,00</a:t>
                      </a:r>
                    </a:p>
                  </a:txBody>
                  <a:tcPr marL="12700" marR="12700" marT="12700" marB="0" anchor="b"/>
                </a:tc>
                <a:extLst>
                  <a:ext uri="{0D108BD9-81ED-4DB2-BD59-A6C34878D82A}">
                    <a16:rowId xmlns:a16="http://schemas.microsoft.com/office/drawing/2014/main" val="1684468329"/>
                  </a:ext>
                </a:extLst>
              </a:tr>
              <a:tr h="494453">
                <a:tc>
                  <a:txBody>
                    <a:bodyPr/>
                    <a:lstStyle/>
                    <a:p>
                      <a:pPr algn="l" fontAlgn="b"/>
                      <a:r>
                        <a:rPr lang="nl-BE" sz="2700" b="0" i="0" u="none" strike="noStrike">
                          <a:solidFill>
                            <a:srgbClr val="000000"/>
                          </a:solidFill>
                          <a:effectLst/>
                          <a:latin typeface="Calibri" panose="020F0502020204030204" pitchFamily="34" charset="0"/>
                        </a:rPr>
                        <a:t>+ Helft verhoging BVS voor 3 kinderen</a:t>
                      </a:r>
                    </a:p>
                  </a:txBody>
                  <a:tcPr marL="12700" marR="12700" marT="12700" marB="0" anchor="b"/>
                </a:tc>
                <a:tc>
                  <a:txBody>
                    <a:bodyPr/>
                    <a:lstStyle/>
                    <a:p>
                      <a:pPr algn="r" fontAlgn="b"/>
                      <a:r>
                        <a:rPr lang="nl-BE" sz="2700" b="0" i="0" u="none" strike="noStrike" dirty="0">
                          <a:solidFill>
                            <a:srgbClr val="000000"/>
                          </a:solidFill>
                          <a:effectLst/>
                          <a:latin typeface="Calibri" panose="020F0502020204030204" pitchFamily="34" charset="0"/>
                        </a:rPr>
                        <a:t>+5.545,00</a:t>
                      </a:r>
                    </a:p>
                  </a:txBody>
                  <a:tcPr marL="12700" marR="12700" marT="12700" marB="0" anchor="b"/>
                </a:tc>
                <a:extLst>
                  <a:ext uri="{0D108BD9-81ED-4DB2-BD59-A6C34878D82A}">
                    <a16:rowId xmlns:a16="http://schemas.microsoft.com/office/drawing/2014/main" val="121668574"/>
                  </a:ext>
                </a:extLst>
              </a:tr>
              <a:tr h="494453">
                <a:tc>
                  <a:txBody>
                    <a:bodyPr/>
                    <a:lstStyle/>
                    <a:p>
                      <a:pPr algn="l" fontAlgn="b"/>
                      <a:r>
                        <a:rPr lang="nl-BE" sz="2700" b="0" i="0" u="none" strike="noStrike">
                          <a:solidFill>
                            <a:srgbClr val="000000"/>
                          </a:solidFill>
                          <a:effectLst/>
                          <a:latin typeface="Calibri" panose="020F0502020204030204" pitchFamily="34" charset="0"/>
                        </a:rPr>
                        <a:t>Totaal</a:t>
                      </a:r>
                    </a:p>
                  </a:txBody>
                  <a:tcPr marL="12700" marR="12700" marT="12700" marB="0" anchor="b"/>
                </a:tc>
                <a:tc>
                  <a:txBody>
                    <a:bodyPr/>
                    <a:lstStyle/>
                    <a:p>
                      <a:pPr algn="r" fontAlgn="b"/>
                      <a:r>
                        <a:rPr lang="nl-BE" sz="2700" b="0" i="0" u="none" strike="noStrike" dirty="0">
                          <a:solidFill>
                            <a:srgbClr val="000000"/>
                          </a:solidFill>
                          <a:effectLst/>
                          <a:latin typeface="Calibri" panose="020F0502020204030204" pitchFamily="34" charset="0"/>
                        </a:rPr>
                        <a:t>10.495,00</a:t>
                      </a:r>
                    </a:p>
                  </a:txBody>
                  <a:tcPr marL="12700" marR="12700" marT="12700" marB="0" anchor="b"/>
                </a:tc>
                <a:extLst>
                  <a:ext uri="{0D108BD9-81ED-4DB2-BD59-A6C34878D82A}">
                    <a16:rowId xmlns:a16="http://schemas.microsoft.com/office/drawing/2014/main" val="3006955466"/>
                  </a:ext>
                </a:extLst>
              </a:tr>
            </a:tbl>
          </a:graphicData>
        </a:graphic>
      </p:graphicFrame>
    </p:spTree>
    <p:extLst>
      <p:ext uri="{BB962C8B-B14F-4D97-AF65-F5344CB8AC3E}">
        <p14:creationId xmlns:p14="http://schemas.microsoft.com/office/powerpoint/2010/main" val="9662406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BE" dirty="0"/>
              <a:t>Oefening op bepaling NBM</a:t>
            </a:r>
            <a:br>
              <a:rPr lang="nl-BE" dirty="0"/>
            </a:br>
            <a:r>
              <a:rPr lang="nl-BE" dirty="0"/>
              <a:t> AJ 2025</a:t>
            </a:r>
          </a:p>
        </p:txBody>
      </p:sp>
      <p:sp>
        <p:nvSpPr>
          <p:cNvPr id="3" name="Content Placeholder 2"/>
          <p:cNvSpPr>
            <a:spLocks noGrp="1"/>
          </p:cNvSpPr>
          <p:nvPr>
            <p:ph idx="1"/>
          </p:nvPr>
        </p:nvSpPr>
        <p:spPr/>
        <p:txBody>
          <a:bodyPr>
            <a:normAutofit/>
          </a:bodyPr>
          <a:lstStyle/>
          <a:p>
            <a:r>
              <a:rPr lang="nl-BE" dirty="0"/>
              <a:t>Een 19-jarige student zit op kot in Antwerpen, maar woont in het weekend bij zijn alleenstaande moeder in Hasselt. </a:t>
            </a:r>
          </a:p>
          <a:p>
            <a:r>
              <a:rPr lang="nl-BE" dirty="0"/>
              <a:t>Inkomsten:</a:t>
            </a:r>
          </a:p>
          <a:p>
            <a:pPr lvl="1"/>
            <a:r>
              <a:rPr lang="nl-BE" dirty="0"/>
              <a:t>Onderhoudsgelden van zijn vader: 500,00 EUR/maand</a:t>
            </a:r>
          </a:p>
          <a:p>
            <a:pPr lvl="1"/>
            <a:r>
              <a:rPr lang="nl-BE" dirty="0"/>
              <a:t>Vakantiewerk tijdens zomermaanden: 7.000,00 EUR/jaar</a:t>
            </a:r>
          </a:p>
          <a:p>
            <a:pPr lvl="1"/>
            <a:r>
              <a:rPr lang="nl-BE" dirty="0"/>
              <a:t>Kindergeld: 320,00 EUR/maand</a:t>
            </a:r>
          </a:p>
          <a:p>
            <a:r>
              <a:rPr lang="nl-BE" dirty="0"/>
              <a:t>Is deze student ten laste van zijn moeder in het AJ 2025?</a:t>
            </a:r>
          </a:p>
        </p:txBody>
      </p:sp>
    </p:spTree>
    <p:extLst>
      <p:ext uri="{BB962C8B-B14F-4D97-AF65-F5344CB8AC3E}">
        <p14:creationId xmlns:p14="http://schemas.microsoft.com/office/powerpoint/2010/main" val="1919759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t>Oefening AJ2025</a:t>
            </a:r>
          </a:p>
        </p:txBody>
      </p:sp>
      <p:graphicFrame>
        <p:nvGraphicFramePr>
          <p:cNvPr id="4" name="Tijdelijke aanduiding voor inhoud 3"/>
          <p:cNvGraphicFramePr>
            <a:graphicFrameLocks noGrp="1"/>
          </p:cNvGraphicFramePr>
          <p:nvPr>
            <p:ph idx="1"/>
            <p:extLst>
              <p:ext uri="{D42A27DB-BD31-4B8C-83A1-F6EECF244321}">
                <p14:modId xmlns:p14="http://schemas.microsoft.com/office/powerpoint/2010/main" val="3106362908"/>
              </p:ext>
            </p:extLst>
          </p:nvPr>
        </p:nvGraphicFramePr>
        <p:xfrm>
          <a:off x="498263" y="1467921"/>
          <a:ext cx="11195473" cy="489040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965873">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70560">
                <a:tc>
                  <a:txBody>
                    <a:bodyPr/>
                    <a:lstStyle/>
                    <a:p>
                      <a:endParaRPr lang="nl-BE" sz="1900" dirty="0"/>
                    </a:p>
                  </a:txBody>
                  <a:tcPr marL="121920" marR="121920"/>
                </a:tc>
                <a:tc>
                  <a:txBody>
                    <a:bodyPr/>
                    <a:lstStyle/>
                    <a:p>
                      <a:r>
                        <a:rPr lang="nl-BE" sz="1900"/>
                        <a:t>Onderhouds</a:t>
                      </a:r>
                      <a:r>
                        <a:rPr lang="nl-BE" sz="1900" baseline="0"/>
                        <a:t>gelden</a:t>
                      </a:r>
                      <a:endParaRPr lang="nl-BE" sz="1900"/>
                    </a:p>
                  </a:txBody>
                  <a:tcPr marL="121920" marR="121920"/>
                </a:tc>
                <a:tc>
                  <a:txBody>
                    <a:bodyPr/>
                    <a:lstStyle/>
                    <a:p>
                      <a:r>
                        <a:rPr lang="nl-BE" sz="1900"/>
                        <a:t>Vakantiewerk</a:t>
                      </a:r>
                    </a:p>
                  </a:txBody>
                  <a:tcPr marL="121920" marR="121920"/>
                </a:tc>
                <a:tc>
                  <a:txBody>
                    <a:bodyPr/>
                    <a:lstStyle/>
                    <a:p>
                      <a:r>
                        <a:rPr lang="nl-BE" sz="1900"/>
                        <a:t>Kindergeld</a:t>
                      </a:r>
                    </a:p>
                  </a:txBody>
                  <a:tcPr marL="121920" marR="121920"/>
                </a:tc>
                <a:extLst>
                  <a:ext uri="{0D108BD9-81ED-4DB2-BD59-A6C34878D82A}">
                    <a16:rowId xmlns:a16="http://schemas.microsoft.com/office/drawing/2014/main" val="10000"/>
                  </a:ext>
                </a:extLst>
              </a:tr>
              <a:tr h="577480">
                <a:tc>
                  <a:txBody>
                    <a:bodyPr/>
                    <a:lstStyle/>
                    <a:p>
                      <a:r>
                        <a:rPr lang="nl-BE" sz="1900"/>
                        <a:t>Bruto-ontvangsten</a:t>
                      </a:r>
                    </a:p>
                  </a:txBody>
                  <a:tcPr marL="121920" marR="121920"/>
                </a:tc>
                <a:tc>
                  <a:txBody>
                    <a:bodyPr/>
                    <a:lstStyle/>
                    <a:p>
                      <a:pPr algn="r"/>
                      <a:r>
                        <a:rPr lang="nl-BE" sz="1900" dirty="0"/>
                        <a:t>6000</a:t>
                      </a:r>
                    </a:p>
                  </a:txBody>
                  <a:tcPr marL="121920" marR="121920"/>
                </a:tc>
                <a:tc>
                  <a:txBody>
                    <a:bodyPr/>
                    <a:lstStyle/>
                    <a:p>
                      <a:pPr algn="r"/>
                      <a:r>
                        <a:rPr lang="nl-BE" sz="1900" dirty="0"/>
                        <a:t>7000</a:t>
                      </a:r>
                    </a:p>
                  </a:txBody>
                  <a:tcPr marL="121920" marR="121920"/>
                </a:tc>
                <a:tc>
                  <a:txBody>
                    <a:bodyPr/>
                    <a:lstStyle/>
                    <a:p>
                      <a:pPr algn="r"/>
                      <a:r>
                        <a:rPr lang="nl-BE" sz="1900" dirty="0"/>
                        <a:t>3840</a:t>
                      </a:r>
                    </a:p>
                  </a:txBody>
                  <a:tcPr marL="121920" marR="121920"/>
                </a:tc>
                <a:extLst>
                  <a:ext uri="{0D108BD9-81ED-4DB2-BD59-A6C34878D82A}">
                    <a16:rowId xmlns:a16="http://schemas.microsoft.com/office/drawing/2014/main" val="10001"/>
                  </a:ext>
                </a:extLst>
              </a:tr>
              <a:tr h="660400">
                <a:tc>
                  <a:txBody>
                    <a:bodyPr/>
                    <a:lstStyle/>
                    <a:p>
                      <a:r>
                        <a:rPr lang="nl-BE" sz="1900"/>
                        <a:t>Vrijstelling</a:t>
                      </a:r>
                    </a:p>
                  </a:txBody>
                  <a:tcPr marL="121920" marR="121920"/>
                </a:tc>
                <a:tc>
                  <a:txBody>
                    <a:bodyPr/>
                    <a:lstStyle/>
                    <a:p>
                      <a:pPr algn="r"/>
                      <a:endParaRPr lang="nl-BE" sz="1900" dirty="0"/>
                    </a:p>
                    <a:p>
                      <a:pPr algn="r"/>
                      <a:r>
                        <a:rPr lang="nl-BE" sz="1900" dirty="0"/>
                        <a:t>-3980</a:t>
                      </a:r>
                    </a:p>
                  </a:txBody>
                  <a:tcPr marL="121920" marR="121920"/>
                </a:tc>
                <a:tc>
                  <a:txBody>
                    <a:bodyPr/>
                    <a:lstStyle/>
                    <a:p>
                      <a:pPr algn="r"/>
                      <a:r>
                        <a:rPr lang="nl-BE" sz="1900" dirty="0"/>
                        <a:t>-3310</a:t>
                      </a:r>
                    </a:p>
                    <a:p>
                      <a:pPr algn="r"/>
                      <a:endParaRPr lang="nl-BE" sz="1900" dirty="0"/>
                    </a:p>
                  </a:txBody>
                  <a:tcPr marL="121920" marR="121920"/>
                </a:tc>
                <a:tc>
                  <a:txBody>
                    <a:bodyPr/>
                    <a:lstStyle/>
                    <a:p>
                      <a:pPr algn="r"/>
                      <a:endParaRPr lang="nl-BE" sz="1900"/>
                    </a:p>
                  </a:txBody>
                  <a:tcPr marL="121920" marR="121920"/>
                </a:tc>
                <a:extLst>
                  <a:ext uri="{0D108BD9-81ED-4DB2-BD59-A6C34878D82A}">
                    <a16:rowId xmlns:a16="http://schemas.microsoft.com/office/drawing/2014/main" val="10002"/>
                  </a:ext>
                </a:extLst>
              </a:tr>
              <a:tr h="660400">
                <a:tc>
                  <a:txBody>
                    <a:bodyPr/>
                    <a:lstStyle/>
                    <a:p>
                      <a:r>
                        <a:rPr lang="nl-BE" sz="1900"/>
                        <a:t>Brutobedrag</a:t>
                      </a:r>
                    </a:p>
                  </a:txBody>
                  <a:tcPr marL="121920" marR="121920"/>
                </a:tc>
                <a:tc>
                  <a:txBody>
                    <a:bodyPr/>
                    <a:lstStyle/>
                    <a:p>
                      <a:pPr algn="r"/>
                      <a:endParaRPr lang="nl-BE" sz="1900" dirty="0"/>
                    </a:p>
                    <a:p>
                      <a:pPr algn="r"/>
                      <a:r>
                        <a:rPr lang="nl-BE" sz="1900" dirty="0"/>
                        <a:t>2020</a:t>
                      </a:r>
                    </a:p>
                  </a:txBody>
                  <a:tcPr marL="121920" marR="121920"/>
                </a:tc>
                <a:tc>
                  <a:txBody>
                    <a:bodyPr/>
                    <a:lstStyle/>
                    <a:p>
                      <a:pPr algn="r"/>
                      <a:r>
                        <a:rPr lang="nl-BE" sz="1900" dirty="0"/>
                        <a:t>3690</a:t>
                      </a:r>
                    </a:p>
                  </a:txBody>
                  <a:tcPr marL="121920" marR="121920"/>
                </a:tc>
                <a:tc>
                  <a:txBody>
                    <a:bodyPr/>
                    <a:lstStyle/>
                    <a:p>
                      <a:pPr algn="r"/>
                      <a:endParaRPr lang="nl-BE" sz="1900"/>
                    </a:p>
                  </a:txBody>
                  <a:tcPr marL="121920" marR="121920"/>
                </a:tc>
                <a:extLst>
                  <a:ext uri="{0D108BD9-81ED-4DB2-BD59-A6C34878D82A}">
                    <a16:rowId xmlns:a16="http://schemas.microsoft.com/office/drawing/2014/main" val="10003"/>
                  </a:ext>
                </a:extLst>
              </a:tr>
              <a:tr h="660400">
                <a:tc>
                  <a:txBody>
                    <a:bodyPr/>
                    <a:lstStyle/>
                    <a:p>
                      <a:r>
                        <a:rPr lang="nl-BE" sz="1900"/>
                        <a:t>Kosten</a:t>
                      </a:r>
                    </a:p>
                  </a:txBody>
                  <a:tcPr marL="121920" marR="121920"/>
                </a:tc>
                <a:tc>
                  <a:txBody>
                    <a:bodyPr/>
                    <a:lstStyle/>
                    <a:p>
                      <a:pPr algn="r"/>
                      <a:r>
                        <a:rPr lang="nl-BE" sz="1900" dirty="0"/>
                        <a:t>-404</a:t>
                      </a:r>
                    </a:p>
                    <a:p>
                      <a:pPr algn="r"/>
                      <a:endParaRPr lang="nl-BE" sz="1900" dirty="0"/>
                    </a:p>
                  </a:txBody>
                  <a:tcPr marL="121920" marR="121920"/>
                </a:tc>
                <a:tc>
                  <a:txBody>
                    <a:bodyPr/>
                    <a:lstStyle/>
                    <a:p>
                      <a:pPr algn="r"/>
                      <a:r>
                        <a:rPr lang="nl-BE" sz="1900" strike="noStrike" baseline="0" dirty="0"/>
                        <a:t>-738</a:t>
                      </a:r>
                    </a:p>
                  </a:txBody>
                  <a:tcPr marL="121920" marR="121920"/>
                </a:tc>
                <a:tc>
                  <a:txBody>
                    <a:bodyPr/>
                    <a:lstStyle/>
                    <a:p>
                      <a:pPr algn="r"/>
                      <a:endParaRPr lang="nl-BE" sz="1900"/>
                    </a:p>
                  </a:txBody>
                  <a:tcPr marL="121920" marR="121920"/>
                </a:tc>
                <a:extLst>
                  <a:ext uri="{0D108BD9-81ED-4DB2-BD59-A6C34878D82A}">
                    <a16:rowId xmlns:a16="http://schemas.microsoft.com/office/drawing/2014/main" val="10004"/>
                  </a:ext>
                </a:extLst>
              </a:tr>
              <a:tr h="660400">
                <a:tc>
                  <a:txBody>
                    <a:bodyPr/>
                    <a:lstStyle/>
                    <a:p>
                      <a:r>
                        <a:rPr lang="nl-BE" sz="1900" dirty="0"/>
                        <a:t>NBM</a:t>
                      </a:r>
                    </a:p>
                  </a:txBody>
                  <a:tcPr marL="121920" marR="121920"/>
                </a:tc>
                <a:tc>
                  <a:txBody>
                    <a:bodyPr/>
                    <a:lstStyle/>
                    <a:p>
                      <a:pPr algn="r"/>
                      <a:endParaRPr lang="nl-BE" sz="1900" dirty="0"/>
                    </a:p>
                    <a:p>
                      <a:pPr algn="r"/>
                      <a:r>
                        <a:rPr lang="nl-BE" sz="1900" dirty="0"/>
                        <a:t>1616</a:t>
                      </a:r>
                    </a:p>
                  </a:txBody>
                  <a:tcPr marL="121920" marR="121920"/>
                </a:tc>
                <a:tc>
                  <a:txBody>
                    <a:bodyPr/>
                    <a:lstStyle/>
                    <a:p>
                      <a:pPr algn="r"/>
                      <a:r>
                        <a:rPr lang="nl-BE" sz="1900" dirty="0"/>
                        <a:t>2952</a:t>
                      </a:r>
                    </a:p>
                  </a:txBody>
                  <a:tcPr marL="121920" marR="121920"/>
                </a:tc>
                <a:tc>
                  <a:txBody>
                    <a:bodyPr/>
                    <a:lstStyle/>
                    <a:p>
                      <a:pPr algn="r"/>
                      <a:r>
                        <a:rPr lang="nl-BE" sz="1900" dirty="0"/>
                        <a:t>0</a:t>
                      </a:r>
                    </a:p>
                  </a:txBody>
                  <a:tcPr marL="121920" marR="121920"/>
                </a:tc>
                <a:extLst>
                  <a:ext uri="{0D108BD9-81ED-4DB2-BD59-A6C34878D82A}">
                    <a16:rowId xmlns:a16="http://schemas.microsoft.com/office/drawing/2014/main" val="10005"/>
                  </a:ext>
                </a:extLst>
              </a:tr>
              <a:tr h="660400">
                <a:tc>
                  <a:txBody>
                    <a:bodyPr/>
                    <a:lstStyle/>
                    <a:p>
                      <a:r>
                        <a:rPr lang="nl-BE" sz="1900" dirty="0"/>
                        <a:t>Totaal NBM</a:t>
                      </a:r>
                    </a:p>
                  </a:txBody>
                  <a:tcPr marL="121920" marR="121920"/>
                </a:tc>
                <a:tc>
                  <a:txBody>
                    <a:bodyPr/>
                    <a:lstStyle/>
                    <a:p>
                      <a:pPr algn="r"/>
                      <a:endParaRPr lang="nl-BE" sz="1900" dirty="0"/>
                    </a:p>
                    <a:p>
                      <a:pPr algn="r"/>
                      <a:r>
                        <a:rPr lang="nl-BE" sz="1900" dirty="0"/>
                        <a:t>1616+2952+0=4568</a:t>
                      </a:r>
                    </a:p>
                  </a:txBody>
                  <a:tcPr marL="121920" marR="121920"/>
                </a:tc>
                <a:tc>
                  <a:txBody>
                    <a:bodyPr/>
                    <a:lstStyle/>
                    <a:p>
                      <a:pPr algn="r"/>
                      <a:r>
                        <a:rPr lang="nl-BE" sz="1900" dirty="0"/>
                        <a:t>Conclusie : 4568&lt;7290</a:t>
                      </a:r>
                    </a:p>
                    <a:p>
                      <a:pPr algn="r"/>
                      <a:r>
                        <a:rPr lang="nl-BE" sz="1900" dirty="0"/>
                        <a:t>Dus </a:t>
                      </a:r>
                      <a:r>
                        <a:rPr lang="nl-BE" sz="1900"/>
                        <a:t>de kotstudent is ten laste </a:t>
                      </a:r>
                      <a:endParaRPr lang="nl-BE" sz="1900" dirty="0"/>
                    </a:p>
                  </a:txBody>
                  <a:tcPr marL="121920" marR="121920"/>
                </a:tc>
                <a:tc>
                  <a:txBody>
                    <a:bodyPr/>
                    <a:lstStyle/>
                    <a:p>
                      <a:pPr algn="r"/>
                      <a:endParaRPr lang="nl-BE" sz="1900" dirty="0"/>
                    </a:p>
                  </a:txBody>
                  <a:tcPr marL="121920" marR="121920"/>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5012128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nl-BE" dirty="0"/>
              <a:t>Oefening op invullen aangifte + berekening BVS </a:t>
            </a:r>
            <a:br>
              <a:rPr lang="nl-BE" dirty="0"/>
            </a:br>
            <a:r>
              <a:rPr lang="nl-BE" dirty="0"/>
              <a:t>AJ 2024</a:t>
            </a:r>
            <a:br>
              <a:rPr lang="nl-BE" dirty="0"/>
            </a:br>
            <a:r>
              <a:rPr lang="nl-BE" dirty="0"/>
              <a:t>AJ 2025</a:t>
            </a:r>
            <a:br>
              <a:rPr lang="nl-BE" dirty="0"/>
            </a:br>
            <a:endParaRPr lang="nl-BE" dirty="0"/>
          </a:p>
        </p:txBody>
      </p:sp>
      <p:sp>
        <p:nvSpPr>
          <p:cNvPr id="3" name="Content Placeholder 2"/>
          <p:cNvSpPr>
            <a:spLocks noGrp="1"/>
          </p:cNvSpPr>
          <p:nvPr>
            <p:ph idx="1"/>
          </p:nvPr>
        </p:nvSpPr>
        <p:spPr/>
        <p:txBody>
          <a:bodyPr/>
          <a:lstStyle/>
          <a:p>
            <a:r>
              <a:rPr lang="nl-BE" dirty="0"/>
              <a:t>Een alleenstaande vader heeft 2 kinderen. Het jongste is 2 jaar en zwaar gehandicapt. Dit kind wordt door de grootouders opgevangen. Het oudste kind is 5 jaar. Het NGBI van de vader is 48.000 euro. Deze vader woont alleen met zijn 2 kinderen in Beveren. </a:t>
            </a:r>
          </a:p>
          <a:p>
            <a:pPr marL="0" indent="0">
              <a:buNone/>
            </a:pPr>
            <a:r>
              <a:rPr lang="nl-BE" dirty="0"/>
              <a:t>1/ Vul vak II van de aangifte in. </a:t>
            </a:r>
          </a:p>
          <a:p>
            <a:pPr marL="0" indent="0">
              <a:buNone/>
            </a:pPr>
            <a:r>
              <a:rPr lang="nl-BE" dirty="0"/>
              <a:t>2/ Bereken zijn BVS. </a:t>
            </a:r>
          </a:p>
        </p:txBody>
      </p:sp>
    </p:spTree>
  </p:cSld>
  <p:clrMapOvr>
    <a:masterClrMapping/>
  </p:clrMapOvr>
</p:sld>
</file>

<file path=ppt/theme/theme1.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178</TotalTime>
  <Words>736</Words>
  <Application>Microsoft Office PowerPoint</Application>
  <PresentationFormat>Breedbeeld</PresentationFormat>
  <Paragraphs>118</Paragraphs>
  <Slides>11</Slides>
  <Notes>10</Notes>
  <HiddenSlides>0</HiddenSlides>
  <MMClips>0</MMClips>
  <ScaleCrop>false</ScaleCrop>
  <HeadingPairs>
    <vt:vector size="6" baseType="variant">
      <vt:variant>
        <vt:lpstr>Gebruikte lettertypen</vt:lpstr>
      </vt:variant>
      <vt:variant>
        <vt:i4>4</vt:i4>
      </vt:variant>
      <vt:variant>
        <vt:lpstr>Thema</vt:lpstr>
      </vt:variant>
      <vt:variant>
        <vt:i4>1</vt:i4>
      </vt:variant>
      <vt:variant>
        <vt:lpstr>Diatitels</vt:lpstr>
      </vt:variant>
      <vt:variant>
        <vt:i4>11</vt:i4>
      </vt:variant>
    </vt:vector>
  </HeadingPairs>
  <TitlesOfParts>
    <vt:vector size="16" baseType="lpstr">
      <vt:lpstr>Aptos</vt:lpstr>
      <vt:lpstr>Aptos Display</vt:lpstr>
      <vt:lpstr>Arial</vt:lpstr>
      <vt:lpstr>Calibri</vt:lpstr>
      <vt:lpstr>Kantoorthema</vt:lpstr>
      <vt:lpstr>Voorbeeld werking BVS AJ 2025</vt:lpstr>
      <vt:lpstr>Voorbeeld werking BVS</vt:lpstr>
      <vt:lpstr>Voorbeeld van fiscaal co-ouderschap</vt:lpstr>
      <vt:lpstr>Fiscaal co-ouderschap (art. 132 bis WIB 1992)</vt:lpstr>
      <vt:lpstr>Fiscaal co-ouderschap</vt:lpstr>
      <vt:lpstr>Voorbeeld fiscaal co-ouderschap AJ 2025</vt:lpstr>
      <vt:lpstr>Voorbeeld: Jos en Maxima AJ 2025</vt:lpstr>
      <vt:lpstr>Voorbeeld Filip en Lina AJ 2025</vt:lpstr>
      <vt:lpstr>Oefening op bepaling NBM  AJ 2025</vt:lpstr>
      <vt:lpstr>Oefening AJ2025</vt:lpstr>
      <vt:lpstr>Oefening op invullen aangifte + berekening BVS  AJ 2024 AJ 2025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Elke De Blauwe</dc:creator>
  <cp:lastModifiedBy>Elke De Blauwe</cp:lastModifiedBy>
  <cp:revision>1</cp:revision>
  <dcterms:created xsi:type="dcterms:W3CDTF">2025-02-16T12:56:25Z</dcterms:created>
  <dcterms:modified xsi:type="dcterms:W3CDTF">2025-02-18T14:58:53Z</dcterms:modified>
</cp:coreProperties>
</file>