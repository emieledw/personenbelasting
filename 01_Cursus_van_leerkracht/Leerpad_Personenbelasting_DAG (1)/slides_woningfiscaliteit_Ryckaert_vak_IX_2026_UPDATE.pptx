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5"/>
  </p:notesMasterIdLst>
  <p:handoutMasterIdLst>
    <p:handoutMasterId r:id="rId46"/>
  </p:handoutMasterIdLst>
  <p:sldIdLst>
    <p:sldId id="357" r:id="rId5"/>
    <p:sldId id="463" r:id="rId6"/>
    <p:sldId id="479" r:id="rId7"/>
    <p:sldId id="464" r:id="rId8"/>
    <p:sldId id="465" r:id="rId9"/>
    <p:sldId id="477" r:id="rId10"/>
    <p:sldId id="469" r:id="rId11"/>
    <p:sldId id="489" r:id="rId12"/>
    <p:sldId id="480" r:id="rId13"/>
    <p:sldId id="478" r:id="rId14"/>
    <p:sldId id="466" r:id="rId15"/>
    <p:sldId id="474" r:id="rId16"/>
    <p:sldId id="493" r:id="rId17"/>
    <p:sldId id="484" r:id="rId18"/>
    <p:sldId id="475" r:id="rId19"/>
    <p:sldId id="485" r:id="rId20"/>
    <p:sldId id="490" r:id="rId21"/>
    <p:sldId id="486" r:id="rId22"/>
    <p:sldId id="476" r:id="rId23"/>
    <p:sldId id="494" r:id="rId24"/>
    <p:sldId id="487" r:id="rId25"/>
    <p:sldId id="488" r:id="rId26"/>
    <p:sldId id="481" r:id="rId27"/>
    <p:sldId id="473" r:id="rId28"/>
    <p:sldId id="482" r:id="rId29"/>
    <p:sldId id="483" r:id="rId30"/>
    <p:sldId id="495" r:id="rId31"/>
    <p:sldId id="496" r:id="rId32"/>
    <p:sldId id="497" r:id="rId33"/>
    <p:sldId id="498" r:id="rId34"/>
    <p:sldId id="499" r:id="rId35"/>
    <p:sldId id="500" r:id="rId36"/>
    <p:sldId id="502" r:id="rId37"/>
    <p:sldId id="501" r:id="rId38"/>
    <p:sldId id="509" r:id="rId39"/>
    <p:sldId id="506" r:id="rId40"/>
    <p:sldId id="507" r:id="rId41"/>
    <p:sldId id="505" r:id="rId42"/>
    <p:sldId id="508" r:id="rId43"/>
    <p:sldId id="510" r:id="rId44"/>
  </p:sldIdLst>
  <p:sldSz cx="9144000" cy="6858000" type="screen4x3"/>
  <p:notesSz cx="7104063" cy="1023461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amloze sectie" id="{928F4FCC-96DD-4751-9509-8FF36B320EE5}">
          <p14:sldIdLst>
            <p14:sldId id="357"/>
            <p14:sldId id="463"/>
            <p14:sldId id="479"/>
            <p14:sldId id="464"/>
            <p14:sldId id="465"/>
            <p14:sldId id="477"/>
            <p14:sldId id="469"/>
            <p14:sldId id="489"/>
            <p14:sldId id="480"/>
            <p14:sldId id="478"/>
            <p14:sldId id="466"/>
            <p14:sldId id="474"/>
            <p14:sldId id="493"/>
            <p14:sldId id="484"/>
            <p14:sldId id="475"/>
            <p14:sldId id="485"/>
            <p14:sldId id="490"/>
            <p14:sldId id="486"/>
            <p14:sldId id="476"/>
            <p14:sldId id="494"/>
            <p14:sldId id="487"/>
            <p14:sldId id="488"/>
            <p14:sldId id="481"/>
            <p14:sldId id="473"/>
            <p14:sldId id="482"/>
            <p14:sldId id="483"/>
            <p14:sldId id="495"/>
            <p14:sldId id="496"/>
            <p14:sldId id="497"/>
            <p14:sldId id="498"/>
            <p14:sldId id="499"/>
            <p14:sldId id="500"/>
            <p14:sldId id="502"/>
            <p14:sldId id="501"/>
            <p14:sldId id="509"/>
            <p14:sldId id="506"/>
            <p14:sldId id="507"/>
            <p14:sldId id="505"/>
            <p14:sldId id="508"/>
          </p14:sldIdLst>
        </p14:section>
        <p14:section name="Naamloze sectie" id="{0EA19124-E37B-465E-9213-79B769B2B86F}">
          <p14:sldIdLst>
            <p14:sldId id="5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9" userDrawn="1">
          <p15:clr>
            <a:srgbClr val="A4A3A4"/>
          </p15:clr>
        </p15:guide>
        <p15:guide id="2" pos="2257" userDrawn="1">
          <p15:clr>
            <a:srgbClr val="A4A3A4"/>
          </p15:clr>
        </p15:guide>
        <p15:guide id="3" orient="horz" pos="3224" userDrawn="1">
          <p15:clr>
            <a:srgbClr val="A4A3A4"/>
          </p15:clr>
        </p15:guide>
        <p15:guide id="4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25831-8C16-40EC-9660-88080B0F1B37}" v="1" dt="2026-04-22T13:57:51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>
      <p:cViewPr>
        <p:scale>
          <a:sx n="77" d="100"/>
          <a:sy n="77" d="100"/>
        </p:scale>
        <p:origin x="1661" y="1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86"/>
    </p:cViewPr>
  </p:sorter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969"/>
        <p:guide pos="2257"/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ke De Blauwe" userId="acd711b0-e483-4f07-9ba2-411440705bad" providerId="ADAL" clId="{CA5B5B8A-F009-41E9-B29D-48CCC1521991}"/>
    <pc:docChg chg="custSel addSld modSld sldOrd modSection">
      <pc:chgData name="Elke De Blauwe" userId="acd711b0-e483-4f07-9ba2-411440705bad" providerId="ADAL" clId="{CA5B5B8A-F009-41E9-B29D-48CCC1521991}" dt="2026-04-22T13:59:20.775" v="166" actId="207"/>
      <pc:docMkLst>
        <pc:docMk/>
      </pc:docMkLst>
      <pc:sldChg chg="modSp mod">
        <pc:chgData name="Elke De Blauwe" userId="acd711b0-e483-4f07-9ba2-411440705bad" providerId="ADAL" clId="{CA5B5B8A-F009-41E9-B29D-48CCC1521991}" dt="2026-04-22T11:32:50.909" v="18" actId="20577"/>
        <pc:sldMkLst>
          <pc:docMk/>
          <pc:sldMk cId="2017555574" sldId="464"/>
        </pc:sldMkLst>
        <pc:spChg chg="mod">
          <ac:chgData name="Elke De Blauwe" userId="acd711b0-e483-4f07-9ba2-411440705bad" providerId="ADAL" clId="{CA5B5B8A-F009-41E9-B29D-48CCC1521991}" dt="2026-04-22T11:32:50.909" v="18" actId="20577"/>
          <ac:spMkLst>
            <pc:docMk/>
            <pc:sldMk cId="2017555574" sldId="464"/>
            <ac:spMk id="2" creationId="{EC0F8CCC-589A-4D4F-8BB0-257D2E5FD3C2}"/>
          </ac:spMkLst>
        </pc:spChg>
      </pc:sldChg>
      <pc:sldChg chg="modSp mod">
        <pc:chgData name="Elke De Blauwe" userId="acd711b0-e483-4f07-9ba2-411440705bad" providerId="ADAL" clId="{CA5B5B8A-F009-41E9-B29D-48CCC1521991}" dt="2026-04-22T13:16:12.622" v="32" actId="20577"/>
        <pc:sldMkLst>
          <pc:docMk/>
          <pc:sldMk cId="1084159126" sldId="482"/>
        </pc:sldMkLst>
        <pc:spChg chg="mod">
          <ac:chgData name="Elke De Blauwe" userId="acd711b0-e483-4f07-9ba2-411440705bad" providerId="ADAL" clId="{CA5B5B8A-F009-41E9-B29D-48CCC1521991}" dt="2026-04-22T13:16:12.622" v="32" actId="20577"/>
          <ac:spMkLst>
            <pc:docMk/>
            <pc:sldMk cId="1084159126" sldId="482"/>
            <ac:spMk id="2" creationId="{00000000-0000-0000-0000-000000000000}"/>
          </ac:spMkLst>
        </pc:spChg>
      </pc:sldChg>
      <pc:sldChg chg="modSp mod">
        <pc:chgData name="Elke De Blauwe" userId="acd711b0-e483-4f07-9ba2-411440705bad" providerId="ADAL" clId="{CA5B5B8A-F009-41E9-B29D-48CCC1521991}" dt="2026-04-22T12:13:56.965" v="22" actId="20577"/>
        <pc:sldMkLst>
          <pc:docMk/>
          <pc:sldMk cId="2549915295" sldId="486"/>
        </pc:sldMkLst>
        <pc:spChg chg="mod">
          <ac:chgData name="Elke De Blauwe" userId="acd711b0-e483-4f07-9ba2-411440705bad" providerId="ADAL" clId="{CA5B5B8A-F009-41E9-B29D-48CCC1521991}" dt="2026-04-22T12:13:56.965" v="22" actId="20577"/>
          <ac:spMkLst>
            <pc:docMk/>
            <pc:sldMk cId="2549915295" sldId="486"/>
            <ac:spMk id="2" creationId="{00000000-0000-0000-0000-000000000000}"/>
          </ac:spMkLst>
        </pc:spChg>
      </pc:sldChg>
      <pc:sldChg chg="modSp mod">
        <pc:chgData name="Elke De Blauwe" userId="acd711b0-e483-4f07-9ba2-411440705bad" providerId="ADAL" clId="{CA5B5B8A-F009-41E9-B29D-48CCC1521991}" dt="2026-04-22T13:07:52.054" v="30" actId="20577"/>
        <pc:sldMkLst>
          <pc:docMk/>
          <pc:sldMk cId="3333732194" sldId="488"/>
        </pc:sldMkLst>
        <pc:spChg chg="mod">
          <ac:chgData name="Elke De Blauwe" userId="acd711b0-e483-4f07-9ba2-411440705bad" providerId="ADAL" clId="{CA5B5B8A-F009-41E9-B29D-48CCC1521991}" dt="2026-04-22T13:07:52.054" v="30" actId="20577"/>
          <ac:spMkLst>
            <pc:docMk/>
            <pc:sldMk cId="3333732194" sldId="488"/>
            <ac:spMk id="2" creationId="{00000000-0000-0000-0000-000000000000}"/>
          </ac:spMkLst>
        </pc:spChg>
      </pc:sldChg>
      <pc:sldChg chg="ord">
        <pc:chgData name="Elke De Blauwe" userId="acd711b0-e483-4f07-9ba2-411440705bad" providerId="ADAL" clId="{CA5B5B8A-F009-41E9-B29D-48CCC1521991}" dt="2026-04-22T13:28:21.438" v="34"/>
        <pc:sldMkLst>
          <pc:docMk/>
          <pc:sldMk cId="708373915" sldId="497"/>
        </pc:sldMkLst>
      </pc:sldChg>
      <pc:sldChg chg="addSp modSp mod">
        <pc:chgData name="Elke De Blauwe" userId="acd711b0-e483-4f07-9ba2-411440705bad" providerId="ADAL" clId="{CA5B5B8A-F009-41E9-B29D-48CCC1521991}" dt="2026-04-22T13:42:09.305" v="36" actId="13822"/>
        <pc:sldMkLst>
          <pc:docMk/>
          <pc:sldMk cId="739019732" sldId="500"/>
        </pc:sldMkLst>
        <pc:cxnChg chg="add mod">
          <ac:chgData name="Elke De Blauwe" userId="acd711b0-e483-4f07-9ba2-411440705bad" providerId="ADAL" clId="{CA5B5B8A-F009-41E9-B29D-48CCC1521991}" dt="2026-04-22T13:42:09.305" v="36" actId="13822"/>
          <ac:cxnSpMkLst>
            <pc:docMk/>
            <pc:sldMk cId="739019732" sldId="500"/>
            <ac:cxnSpMk id="5" creationId="{51EC4E47-4941-B192-62F6-ECFEA49E9626}"/>
          </ac:cxnSpMkLst>
        </pc:cxnChg>
      </pc:sldChg>
      <pc:sldChg chg="addSp modSp new mod ord">
        <pc:chgData name="Elke De Blauwe" userId="acd711b0-e483-4f07-9ba2-411440705bad" providerId="ADAL" clId="{CA5B5B8A-F009-41E9-B29D-48CCC1521991}" dt="2026-04-22T13:59:20.775" v="166" actId="207"/>
        <pc:sldMkLst>
          <pc:docMk/>
          <pc:sldMk cId="3398829446" sldId="510"/>
        </pc:sldMkLst>
        <pc:spChg chg="add mod">
          <ac:chgData name="Elke De Blauwe" userId="acd711b0-e483-4f07-9ba2-411440705bad" providerId="ADAL" clId="{CA5B5B8A-F009-41E9-B29D-48CCC1521991}" dt="2026-04-22T13:59:20.775" v="166" actId="207"/>
          <ac:spMkLst>
            <pc:docMk/>
            <pc:sldMk cId="3398829446" sldId="510"/>
            <ac:spMk id="5" creationId="{9427704F-833A-8F1B-11B4-994F00588B39}"/>
          </ac:spMkLst>
        </pc:spChg>
        <pc:picChg chg="add">
          <ac:chgData name="Elke De Blauwe" userId="acd711b0-e483-4f07-9ba2-411440705bad" providerId="ADAL" clId="{CA5B5B8A-F009-41E9-B29D-48CCC1521991}" dt="2026-04-22T12:42:36.267" v="24" actId="22"/>
          <ac:picMkLst>
            <pc:docMk/>
            <pc:sldMk cId="3398829446" sldId="510"/>
            <ac:picMk id="4" creationId="{0ACF3495-6951-0460-D40E-142B05CE3813}"/>
          </ac:picMkLst>
        </pc:picChg>
      </pc:sldChg>
    </pc:docChg>
  </pc:docChgLst>
  <pc:docChgLst>
    <pc:chgData name="Elke De Blauwe" userId="9831e83f-c45e-48a4-9fda-e075c6e34c76" providerId="ADAL" clId="{F3A2BB1B-8099-47AF-BCFC-EACD5FBA026B}"/>
    <pc:docChg chg="custSel addSld delSld modSld sldOrd modSection">
      <pc:chgData name="Elke De Blauwe" userId="9831e83f-c45e-48a4-9fda-e075c6e34c76" providerId="ADAL" clId="{F3A2BB1B-8099-47AF-BCFC-EACD5FBA026B}" dt="2026-04-22T08:38:52.311" v="430" actId="2696"/>
      <pc:docMkLst>
        <pc:docMk/>
      </pc:docMkLst>
      <pc:sldChg chg="modSp">
        <pc:chgData name="Elke De Blauwe" userId="9831e83f-c45e-48a4-9fda-e075c6e34c76" providerId="ADAL" clId="{F3A2BB1B-8099-47AF-BCFC-EACD5FBA026B}" dt="2026-04-22T08:20:42.816" v="218" actId="20577"/>
        <pc:sldMkLst>
          <pc:docMk/>
          <pc:sldMk cId="3367638482" sldId="357"/>
        </pc:sldMkLst>
        <pc:spChg chg="mod">
          <ac:chgData name="Elke De Blauwe" userId="9831e83f-c45e-48a4-9fda-e075c6e34c76" providerId="ADAL" clId="{F3A2BB1B-8099-47AF-BCFC-EACD5FBA026B}" dt="2026-04-22T08:20:42.816" v="218" actId="20577"/>
          <ac:spMkLst>
            <pc:docMk/>
            <pc:sldMk cId="3367638482" sldId="357"/>
            <ac:spMk id="3" creationId="{00000000-0000-0000-0000-000000000000}"/>
          </ac:spMkLst>
        </pc:spChg>
      </pc:sldChg>
      <pc:sldChg chg="modSp del">
        <pc:chgData name="Elke De Blauwe" userId="9831e83f-c45e-48a4-9fda-e075c6e34c76" providerId="ADAL" clId="{F3A2BB1B-8099-47AF-BCFC-EACD5FBA026B}" dt="2026-04-22T08:21:21.293" v="237" actId="2696"/>
        <pc:sldMkLst>
          <pc:docMk/>
          <pc:sldMk cId="3037410288" sldId="358"/>
        </pc:sldMkLst>
        <pc:spChg chg="mod">
          <ac:chgData name="Elke De Blauwe" userId="9831e83f-c45e-48a4-9fda-e075c6e34c76" providerId="ADAL" clId="{F3A2BB1B-8099-47AF-BCFC-EACD5FBA026B}" dt="2026-04-22T08:21:04.597" v="236" actId="20577"/>
          <ac:spMkLst>
            <pc:docMk/>
            <pc:sldMk cId="3037410288" sldId="358"/>
            <ac:spMk id="2" creationId="{00000000-0000-0000-0000-000000000000}"/>
          </ac:spMkLst>
        </pc:spChg>
      </pc:sldChg>
      <pc:sldChg chg="modSp">
        <pc:chgData name="Elke De Blauwe" userId="9831e83f-c45e-48a4-9fda-e075c6e34c76" providerId="ADAL" clId="{F3A2BB1B-8099-47AF-BCFC-EACD5FBA026B}" dt="2026-04-22T08:24:19.543" v="409" actId="20577"/>
        <pc:sldMkLst>
          <pc:docMk/>
          <pc:sldMk cId="2998503704" sldId="465"/>
        </pc:sldMkLst>
        <pc:spChg chg="mod">
          <ac:chgData name="Elke De Blauwe" userId="9831e83f-c45e-48a4-9fda-e075c6e34c76" providerId="ADAL" clId="{F3A2BB1B-8099-47AF-BCFC-EACD5FBA026B}" dt="2026-04-22T08:24:19.543" v="409" actId="20577"/>
          <ac:spMkLst>
            <pc:docMk/>
            <pc:sldMk cId="2998503704" sldId="465"/>
            <ac:spMk id="2" creationId="{00000000-0000-0000-0000-000000000000}"/>
          </ac:spMkLst>
        </pc:spChg>
      </pc:sldChg>
      <pc:sldChg chg="modSp">
        <pc:chgData name="Elke De Blauwe" userId="9831e83f-c45e-48a4-9fda-e075c6e34c76" providerId="ADAL" clId="{F3A2BB1B-8099-47AF-BCFC-EACD5FBA026B}" dt="2026-04-22T08:26:30.953" v="418" actId="20577"/>
        <pc:sldMkLst>
          <pc:docMk/>
          <pc:sldMk cId="3772289091" sldId="476"/>
        </pc:sldMkLst>
        <pc:spChg chg="mod">
          <ac:chgData name="Elke De Blauwe" userId="9831e83f-c45e-48a4-9fda-e075c6e34c76" providerId="ADAL" clId="{F3A2BB1B-8099-47AF-BCFC-EACD5FBA026B}" dt="2026-04-22T08:26:30.953" v="418" actId="20577"/>
          <ac:spMkLst>
            <pc:docMk/>
            <pc:sldMk cId="3772289091" sldId="476"/>
            <ac:spMk id="2" creationId="{00000000-0000-0000-0000-000000000000}"/>
          </ac:spMkLst>
        </pc:spChg>
      </pc:sldChg>
      <pc:sldChg chg="addSp modSp">
        <pc:chgData name="Elke De Blauwe" userId="9831e83f-c45e-48a4-9fda-e075c6e34c76" providerId="ADAL" clId="{F3A2BB1B-8099-47AF-BCFC-EACD5FBA026B}" dt="2026-04-22T07:53:10.303" v="158" actId="20577"/>
        <pc:sldMkLst>
          <pc:docMk/>
          <pc:sldMk cId="1358169990" sldId="485"/>
        </pc:sldMkLst>
        <pc:spChg chg="mod">
          <ac:chgData name="Elke De Blauwe" userId="9831e83f-c45e-48a4-9fda-e075c6e34c76" providerId="ADAL" clId="{F3A2BB1B-8099-47AF-BCFC-EACD5FBA026B}" dt="2026-04-22T07:53:10.303" v="158" actId="20577"/>
          <ac:spMkLst>
            <pc:docMk/>
            <pc:sldMk cId="1358169990" sldId="485"/>
            <ac:spMk id="2" creationId="{00000000-0000-0000-0000-000000000000}"/>
          </ac:spMkLst>
        </pc:spChg>
        <pc:spChg chg="add mod">
          <ac:chgData name="Elke De Blauwe" userId="9831e83f-c45e-48a4-9fda-e075c6e34c76" providerId="ADAL" clId="{F3A2BB1B-8099-47AF-BCFC-EACD5FBA026B}" dt="2026-04-22T07:50:59.913" v="145" actId="14100"/>
          <ac:spMkLst>
            <pc:docMk/>
            <pc:sldMk cId="1358169990" sldId="485"/>
            <ac:spMk id="5" creationId="{139170CC-E9F3-4BAB-B8D8-A086E6C756D2}"/>
          </ac:spMkLst>
        </pc:spChg>
        <pc:spChg chg="add mod">
          <ac:chgData name="Elke De Blauwe" userId="9831e83f-c45e-48a4-9fda-e075c6e34c76" providerId="ADAL" clId="{F3A2BB1B-8099-47AF-BCFC-EACD5FBA026B}" dt="2026-04-22T07:43:49.515" v="63" actId="1076"/>
          <ac:spMkLst>
            <pc:docMk/>
            <pc:sldMk cId="1358169990" sldId="485"/>
            <ac:spMk id="7" creationId="{1B7E5C06-7E54-4720-A625-2E491DA82CB9}"/>
          </ac:spMkLst>
        </pc:spChg>
        <pc:spChg chg="add mod">
          <ac:chgData name="Elke De Blauwe" userId="9831e83f-c45e-48a4-9fda-e075c6e34c76" providerId="ADAL" clId="{F3A2BB1B-8099-47AF-BCFC-EACD5FBA026B}" dt="2026-04-22T07:43:59.876" v="65" actId="1076"/>
          <ac:spMkLst>
            <pc:docMk/>
            <pc:sldMk cId="1358169990" sldId="485"/>
            <ac:spMk id="8" creationId="{0325BE32-B719-420B-B967-5C3F3ACC599F}"/>
          </ac:spMkLst>
        </pc:spChg>
        <pc:spChg chg="add mod">
          <ac:chgData name="Elke De Blauwe" userId="9831e83f-c45e-48a4-9fda-e075c6e34c76" providerId="ADAL" clId="{F3A2BB1B-8099-47AF-BCFC-EACD5FBA026B}" dt="2026-04-22T07:50:27.940" v="132" actId="14100"/>
          <ac:spMkLst>
            <pc:docMk/>
            <pc:sldMk cId="1358169990" sldId="485"/>
            <ac:spMk id="9" creationId="{DE4113E7-409A-42EA-89DB-76D380333053}"/>
          </ac:spMkLst>
        </pc:spChg>
      </pc:sldChg>
      <pc:sldChg chg="addSp modSp">
        <pc:chgData name="Elke De Blauwe" userId="9831e83f-c45e-48a4-9fda-e075c6e34c76" providerId="ADAL" clId="{F3A2BB1B-8099-47AF-BCFC-EACD5FBA026B}" dt="2026-04-22T07:57:09.103" v="185" actId="1076"/>
        <pc:sldMkLst>
          <pc:docMk/>
          <pc:sldMk cId="3882723967" sldId="487"/>
        </pc:sldMkLst>
        <pc:spChg chg="add mod">
          <ac:chgData name="Elke De Blauwe" userId="9831e83f-c45e-48a4-9fda-e075c6e34c76" providerId="ADAL" clId="{F3A2BB1B-8099-47AF-BCFC-EACD5FBA026B}" dt="2026-04-22T07:56:57.154" v="181" actId="1076"/>
          <ac:spMkLst>
            <pc:docMk/>
            <pc:sldMk cId="3882723967" sldId="487"/>
            <ac:spMk id="9" creationId="{8FA6747E-FD28-4F8F-985A-EC0D8E0EFF04}"/>
          </ac:spMkLst>
        </pc:spChg>
        <pc:spChg chg="add mod">
          <ac:chgData name="Elke De Blauwe" userId="9831e83f-c45e-48a4-9fda-e075c6e34c76" providerId="ADAL" clId="{F3A2BB1B-8099-47AF-BCFC-EACD5FBA026B}" dt="2026-04-22T07:57:09.103" v="185" actId="1076"/>
          <ac:spMkLst>
            <pc:docMk/>
            <pc:sldMk cId="3882723967" sldId="487"/>
            <ac:spMk id="10" creationId="{3F29F13D-24C7-4D62-8DDE-01EA75726757}"/>
          </ac:spMkLst>
        </pc:spChg>
      </pc:sldChg>
      <pc:sldChg chg="addSp modSp">
        <pc:chgData name="Elke De Blauwe" userId="9831e83f-c45e-48a4-9fda-e075c6e34c76" providerId="ADAL" clId="{F3A2BB1B-8099-47AF-BCFC-EACD5FBA026B}" dt="2026-04-22T07:56:48.697" v="179" actId="1076"/>
        <pc:sldMkLst>
          <pc:docMk/>
          <pc:sldMk cId="2035336065" sldId="490"/>
        </pc:sldMkLst>
        <pc:spChg chg="add mod">
          <ac:chgData name="Elke De Blauwe" userId="9831e83f-c45e-48a4-9fda-e075c6e34c76" providerId="ADAL" clId="{F3A2BB1B-8099-47AF-BCFC-EACD5FBA026B}" dt="2026-04-22T07:56:42.199" v="177" actId="1076"/>
          <ac:spMkLst>
            <pc:docMk/>
            <pc:sldMk cId="2035336065" sldId="490"/>
            <ac:spMk id="10" creationId="{C3923C10-9436-4C0D-9222-DEC92C9915CF}"/>
          </ac:spMkLst>
        </pc:spChg>
        <pc:spChg chg="add mod">
          <ac:chgData name="Elke De Blauwe" userId="9831e83f-c45e-48a4-9fda-e075c6e34c76" providerId="ADAL" clId="{F3A2BB1B-8099-47AF-BCFC-EACD5FBA026B}" dt="2026-04-22T07:56:48.697" v="179" actId="1076"/>
          <ac:spMkLst>
            <pc:docMk/>
            <pc:sldMk cId="2035336065" sldId="490"/>
            <ac:spMk id="11" creationId="{B3BEB1AA-7E9B-42E3-B786-80F95B079346}"/>
          </ac:spMkLst>
        </pc:spChg>
      </pc:sldChg>
      <pc:sldChg chg="del">
        <pc:chgData name="Elke De Blauwe" userId="9831e83f-c45e-48a4-9fda-e075c6e34c76" providerId="ADAL" clId="{F3A2BB1B-8099-47AF-BCFC-EACD5FBA026B}" dt="2026-04-22T08:27:55.168" v="419" actId="2696"/>
        <pc:sldMkLst>
          <pc:docMk/>
          <pc:sldMk cId="993881716" sldId="491"/>
        </pc:sldMkLst>
      </pc:sldChg>
      <pc:sldChg chg="addSp modSp">
        <pc:chgData name="Elke De Blauwe" userId="9831e83f-c45e-48a4-9fda-e075c6e34c76" providerId="ADAL" clId="{F3A2BB1B-8099-47AF-BCFC-EACD5FBA026B}" dt="2026-04-22T07:53:21.491" v="168" actId="20577"/>
        <pc:sldMkLst>
          <pc:docMk/>
          <pc:sldMk cId="3080501314" sldId="493"/>
        </pc:sldMkLst>
        <pc:spChg chg="mod">
          <ac:chgData name="Elke De Blauwe" userId="9831e83f-c45e-48a4-9fda-e075c6e34c76" providerId="ADAL" clId="{F3A2BB1B-8099-47AF-BCFC-EACD5FBA026B}" dt="2026-04-22T07:53:21.491" v="168" actId="20577"/>
          <ac:spMkLst>
            <pc:docMk/>
            <pc:sldMk cId="3080501314" sldId="493"/>
            <ac:spMk id="2" creationId="{00000000-0000-0000-0000-000000000000}"/>
          </ac:spMkLst>
        </pc:spChg>
        <pc:spChg chg="add mod">
          <ac:chgData name="Elke De Blauwe" userId="9831e83f-c45e-48a4-9fda-e075c6e34c76" providerId="ADAL" clId="{F3A2BB1B-8099-47AF-BCFC-EACD5FBA026B}" dt="2026-04-22T07:39:38.923" v="24" actId="1076"/>
          <ac:spMkLst>
            <pc:docMk/>
            <pc:sldMk cId="3080501314" sldId="493"/>
            <ac:spMk id="3" creationId="{61EDD280-1891-4D3B-9304-C7F70DE76B67}"/>
          </ac:spMkLst>
        </pc:spChg>
        <pc:spChg chg="add mod">
          <ac:chgData name="Elke De Blauwe" userId="9831e83f-c45e-48a4-9fda-e075c6e34c76" providerId="ADAL" clId="{F3A2BB1B-8099-47AF-BCFC-EACD5FBA026B}" dt="2026-04-22T07:40:38.398" v="36" actId="14100"/>
          <ac:spMkLst>
            <pc:docMk/>
            <pc:sldMk cId="3080501314" sldId="493"/>
            <ac:spMk id="6" creationId="{029CAAD6-FF16-4DE2-89D2-588CF1536307}"/>
          </ac:spMkLst>
        </pc:spChg>
        <pc:spChg chg="add mod">
          <ac:chgData name="Elke De Blauwe" userId="9831e83f-c45e-48a4-9fda-e075c6e34c76" providerId="ADAL" clId="{F3A2BB1B-8099-47AF-BCFC-EACD5FBA026B}" dt="2026-04-22T07:40:55.997" v="38" actId="1076"/>
          <ac:spMkLst>
            <pc:docMk/>
            <pc:sldMk cId="3080501314" sldId="493"/>
            <ac:spMk id="7" creationId="{89257C38-E4F8-42D1-8A2D-C6D4F3C67796}"/>
          </ac:spMkLst>
        </pc:spChg>
        <pc:spChg chg="add mod">
          <ac:chgData name="Elke De Blauwe" userId="9831e83f-c45e-48a4-9fda-e075c6e34c76" providerId="ADAL" clId="{F3A2BB1B-8099-47AF-BCFC-EACD5FBA026B}" dt="2026-04-22T07:42:37.371" v="59" actId="14100"/>
          <ac:spMkLst>
            <pc:docMk/>
            <pc:sldMk cId="3080501314" sldId="493"/>
            <ac:spMk id="8" creationId="{32F5D139-47DA-45EE-B8C3-E5A1B9DC8D73}"/>
          </ac:spMkLst>
        </pc:spChg>
      </pc:sldChg>
      <pc:sldChg chg="addSp delSp modSp">
        <pc:chgData name="Elke De Blauwe" userId="9831e83f-c45e-48a4-9fda-e075c6e34c76" providerId="ADAL" clId="{F3A2BB1B-8099-47AF-BCFC-EACD5FBA026B}" dt="2026-04-22T07:55:17.623" v="175" actId="14100"/>
        <pc:sldMkLst>
          <pc:docMk/>
          <pc:sldMk cId="3389967350" sldId="494"/>
        </pc:sldMkLst>
        <pc:spChg chg="mod">
          <ac:chgData name="Elke De Blauwe" userId="9831e83f-c45e-48a4-9fda-e075c6e34c76" providerId="ADAL" clId="{F3A2BB1B-8099-47AF-BCFC-EACD5FBA026B}" dt="2026-04-22T07:52:49.855" v="149" actId="20577"/>
          <ac:spMkLst>
            <pc:docMk/>
            <pc:sldMk cId="3389967350" sldId="494"/>
            <ac:spMk id="2" creationId="{00000000-0000-0000-0000-000000000000}"/>
          </ac:spMkLst>
        </pc:spChg>
        <pc:picChg chg="add mod">
          <ac:chgData name="Elke De Blauwe" userId="9831e83f-c45e-48a4-9fda-e075c6e34c76" providerId="ADAL" clId="{F3A2BB1B-8099-47AF-BCFC-EACD5FBA026B}" dt="2026-04-22T07:55:17.623" v="175" actId="14100"/>
          <ac:picMkLst>
            <pc:docMk/>
            <pc:sldMk cId="3389967350" sldId="494"/>
            <ac:picMk id="3" creationId="{10799762-3CA0-4C5F-8061-6C365E876D55}"/>
          </ac:picMkLst>
        </pc:picChg>
        <pc:picChg chg="del">
          <ac:chgData name="Elke De Blauwe" userId="9831e83f-c45e-48a4-9fda-e075c6e34c76" providerId="ADAL" clId="{F3A2BB1B-8099-47AF-BCFC-EACD5FBA026B}" dt="2026-04-22T07:53:54.861" v="169" actId="478"/>
          <ac:picMkLst>
            <pc:docMk/>
            <pc:sldMk cId="3389967350" sldId="494"/>
            <ac:picMk id="6" creationId="{74FBA193-B05F-4271-BF78-C43CD42C13C7}"/>
          </ac:picMkLst>
        </pc:picChg>
      </pc:sldChg>
      <pc:sldChg chg="addSp delSp modSp">
        <pc:chgData name="Elke De Blauwe" userId="9831e83f-c45e-48a4-9fda-e075c6e34c76" providerId="ADAL" clId="{F3A2BB1B-8099-47AF-BCFC-EACD5FBA026B}" dt="2026-04-22T08:01:26.958" v="189" actId="1076"/>
        <pc:sldMkLst>
          <pc:docMk/>
          <pc:sldMk cId="1560958379" sldId="495"/>
        </pc:sldMkLst>
        <pc:picChg chg="add mod">
          <ac:chgData name="Elke De Blauwe" userId="9831e83f-c45e-48a4-9fda-e075c6e34c76" providerId="ADAL" clId="{F3A2BB1B-8099-47AF-BCFC-EACD5FBA026B}" dt="2026-04-22T08:01:26.958" v="189" actId="1076"/>
          <ac:picMkLst>
            <pc:docMk/>
            <pc:sldMk cId="1560958379" sldId="495"/>
            <ac:picMk id="2" creationId="{E9171E75-E34F-4226-96B6-9E88A76C2C65}"/>
          </ac:picMkLst>
        </pc:picChg>
        <pc:picChg chg="del">
          <ac:chgData name="Elke De Blauwe" userId="9831e83f-c45e-48a4-9fda-e075c6e34c76" providerId="ADAL" clId="{F3A2BB1B-8099-47AF-BCFC-EACD5FBA026B}" dt="2026-04-22T08:01:22.111" v="188" actId="478"/>
          <ac:picMkLst>
            <pc:docMk/>
            <pc:sldMk cId="1560958379" sldId="495"/>
            <ac:picMk id="4" creationId="{607E2BE4-2E8E-4D45-AC10-D6FAA5D4A31F}"/>
          </ac:picMkLst>
        </pc:picChg>
      </pc:sldChg>
      <pc:sldChg chg="addSp delSp">
        <pc:chgData name="Elke De Blauwe" userId="9831e83f-c45e-48a4-9fda-e075c6e34c76" providerId="ADAL" clId="{F3A2BB1B-8099-47AF-BCFC-EACD5FBA026B}" dt="2026-04-22T08:04:13.602" v="191"/>
        <pc:sldMkLst>
          <pc:docMk/>
          <pc:sldMk cId="2922946326" sldId="496"/>
        </pc:sldMkLst>
        <pc:picChg chg="add">
          <ac:chgData name="Elke De Blauwe" userId="9831e83f-c45e-48a4-9fda-e075c6e34c76" providerId="ADAL" clId="{F3A2BB1B-8099-47AF-BCFC-EACD5FBA026B}" dt="2026-04-22T08:04:13.602" v="191"/>
          <ac:picMkLst>
            <pc:docMk/>
            <pc:sldMk cId="2922946326" sldId="496"/>
            <ac:picMk id="2" creationId="{F2C9D3F5-BE2D-43DD-89A9-89E39C2B0DB8}"/>
          </ac:picMkLst>
        </pc:picChg>
        <pc:picChg chg="del">
          <ac:chgData name="Elke De Blauwe" userId="9831e83f-c45e-48a4-9fda-e075c6e34c76" providerId="ADAL" clId="{F3A2BB1B-8099-47AF-BCFC-EACD5FBA026B}" dt="2026-04-22T08:03:48.162" v="190" actId="478"/>
          <ac:picMkLst>
            <pc:docMk/>
            <pc:sldMk cId="2922946326" sldId="496"/>
            <ac:picMk id="4" creationId="{1685C032-F198-4600-908B-94B2BD7E8B6B}"/>
          </ac:picMkLst>
        </pc:picChg>
      </pc:sldChg>
      <pc:sldChg chg="addSp delSp">
        <pc:chgData name="Elke De Blauwe" userId="9831e83f-c45e-48a4-9fda-e075c6e34c76" providerId="ADAL" clId="{F3A2BB1B-8099-47AF-BCFC-EACD5FBA026B}" dt="2026-04-22T08:04:36.973" v="193"/>
        <pc:sldMkLst>
          <pc:docMk/>
          <pc:sldMk cId="708373915" sldId="497"/>
        </pc:sldMkLst>
        <pc:picChg chg="add">
          <ac:chgData name="Elke De Blauwe" userId="9831e83f-c45e-48a4-9fda-e075c6e34c76" providerId="ADAL" clId="{F3A2BB1B-8099-47AF-BCFC-EACD5FBA026B}" dt="2026-04-22T08:04:36.973" v="193"/>
          <ac:picMkLst>
            <pc:docMk/>
            <pc:sldMk cId="708373915" sldId="497"/>
            <ac:picMk id="2" creationId="{94CCF6D0-3CB9-4A82-997C-25508E408B4B}"/>
          </ac:picMkLst>
        </pc:picChg>
        <pc:picChg chg="del">
          <ac:chgData name="Elke De Blauwe" userId="9831e83f-c45e-48a4-9fda-e075c6e34c76" providerId="ADAL" clId="{F3A2BB1B-8099-47AF-BCFC-EACD5FBA026B}" dt="2026-04-22T08:04:28.545" v="192" actId="478"/>
          <ac:picMkLst>
            <pc:docMk/>
            <pc:sldMk cId="708373915" sldId="497"/>
            <ac:picMk id="4" creationId="{72B8F2A2-6289-44F0-A47F-C10046681429}"/>
          </ac:picMkLst>
        </pc:picChg>
      </pc:sldChg>
      <pc:sldChg chg="addSp delSp">
        <pc:chgData name="Elke De Blauwe" userId="9831e83f-c45e-48a4-9fda-e075c6e34c76" providerId="ADAL" clId="{F3A2BB1B-8099-47AF-BCFC-EACD5FBA026B}" dt="2026-04-22T08:05:00.998" v="195"/>
        <pc:sldMkLst>
          <pc:docMk/>
          <pc:sldMk cId="1869348847" sldId="498"/>
        </pc:sldMkLst>
        <pc:picChg chg="add">
          <ac:chgData name="Elke De Blauwe" userId="9831e83f-c45e-48a4-9fda-e075c6e34c76" providerId="ADAL" clId="{F3A2BB1B-8099-47AF-BCFC-EACD5FBA026B}" dt="2026-04-22T08:05:00.998" v="195"/>
          <ac:picMkLst>
            <pc:docMk/>
            <pc:sldMk cId="1869348847" sldId="498"/>
            <ac:picMk id="2" creationId="{BF06189D-4833-4B20-BEC6-4C43E4D8747C}"/>
          </ac:picMkLst>
        </pc:picChg>
        <pc:picChg chg="del">
          <ac:chgData name="Elke De Blauwe" userId="9831e83f-c45e-48a4-9fda-e075c6e34c76" providerId="ADAL" clId="{F3A2BB1B-8099-47AF-BCFC-EACD5FBA026B}" dt="2026-04-22T08:04:49.463" v="194" actId="478"/>
          <ac:picMkLst>
            <pc:docMk/>
            <pc:sldMk cId="1869348847" sldId="498"/>
            <ac:picMk id="4" creationId="{FD7BE702-D671-4B4B-9F00-B7A4DA38D54C}"/>
          </ac:picMkLst>
        </pc:picChg>
      </pc:sldChg>
      <pc:sldChg chg="addSp delSp">
        <pc:chgData name="Elke De Blauwe" userId="9831e83f-c45e-48a4-9fda-e075c6e34c76" providerId="ADAL" clId="{F3A2BB1B-8099-47AF-BCFC-EACD5FBA026B}" dt="2026-04-22T08:13:15.595" v="197"/>
        <pc:sldMkLst>
          <pc:docMk/>
          <pc:sldMk cId="2663951192" sldId="501"/>
        </pc:sldMkLst>
        <pc:picChg chg="add">
          <ac:chgData name="Elke De Blauwe" userId="9831e83f-c45e-48a4-9fda-e075c6e34c76" providerId="ADAL" clId="{F3A2BB1B-8099-47AF-BCFC-EACD5FBA026B}" dt="2026-04-22T08:13:15.595" v="197"/>
          <ac:picMkLst>
            <pc:docMk/>
            <pc:sldMk cId="2663951192" sldId="501"/>
            <ac:picMk id="2" creationId="{F8F22470-3AE7-42E6-A4AD-9CC70DE873EC}"/>
          </ac:picMkLst>
        </pc:picChg>
        <pc:picChg chg="del">
          <ac:chgData name="Elke De Blauwe" userId="9831e83f-c45e-48a4-9fda-e075c6e34c76" providerId="ADAL" clId="{F3A2BB1B-8099-47AF-BCFC-EACD5FBA026B}" dt="2026-04-22T08:13:06.758" v="196" actId="478"/>
          <ac:picMkLst>
            <pc:docMk/>
            <pc:sldMk cId="2663951192" sldId="501"/>
            <ac:picMk id="4" creationId="{9A66C8F5-F1AB-4FDE-BB73-273B5B929741}"/>
          </ac:picMkLst>
        </pc:picChg>
      </pc:sldChg>
      <pc:sldChg chg="addSp delSp modSp ord">
        <pc:chgData name="Elke De Blauwe" userId="9831e83f-c45e-48a4-9fda-e075c6e34c76" providerId="ADAL" clId="{F3A2BB1B-8099-47AF-BCFC-EACD5FBA026B}" dt="2026-04-22T08:37:50.926" v="427" actId="1076"/>
        <pc:sldMkLst>
          <pc:docMk/>
          <pc:sldMk cId="225097008" sldId="502"/>
        </pc:sldMkLst>
        <pc:picChg chg="add del mod">
          <ac:chgData name="Elke De Blauwe" userId="9831e83f-c45e-48a4-9fda-e075c6e34c76" providerId="ADAL" clId="{F3A2BB1B-8099-47AF-BCFC-EACD5FBA026B}" dt="2026-04-22T08:37:37.324" v="424"/>
          <ac:picMkLst>
            <pc:docMk/>
            <pc:sldMk cId="225097008" sldId="502"/>
            <ac:picMk id="2" creationId="{B2A1F25F-8841-441D-99CE-CF10BD261A1C}"/>
          </ac:picMkLst>
        </pc:picChg>
        <pc:picChg chg="mod">
          <ac:chgData name="Elke De Blauwe" userId="9831e83f-c45e-48a4-9fda-e075c6e34c76" providerId="ADAL" clId="{F3A2BB1B-8099-47AF-BCFC-EACD5FBA026B}" dt="2026-04-22T08:14:03.363" v="201" actId="1076"/>
          <ac:picMkLst>
            <pc:docMk/>
            <pc:sldMk cId="225097008" sldId="502"/>
            <ac:picMk id="4" creationId="{95E36368-B8EB-4DDC-AF46-F9D768070285}"/>
          </ac:picMkLst>
        </pc:picChg>
        <pc:picChg chg="add mod">
          <ac:chgData name="Elke De Blauwe" userId="9831e83f-c45e-48a4-9fda-e075c6e34c76" providerId="ADAL" clId="{F3A2BB1B-8099-47AF-BCFC-EACD5FBA026B}" dt="2026-04-22T08:37:50.926" v="427" actId="1076"/>
          <ac:picMkLst>
            <pc:docMk/>
            <pc:sldMk cId="225097008" sldId="502"/>
            <ac:picMk id="5" creationId="{C437FE68-F98B-491B-B72C-4606FACC3AE1}"/>
          </ac:picMkLst>
        </pc:picChg>
      </pc:sldChg>
      <pc:sldChg chg="del">
        <pc:chgData name="Elke De Blauwe" userId="9831e83f-c45e-48a4-9fda-e075c6e34c76" providerId="ADAL" clId="{F3A2BB1B-8099-47AF-BCFC-EACD5FBA026B}" dt="2026-04-22T08:38:42.299" v="429" actId="2696"/>
        <pc:sldMkLst>
          <pc:docMk/>
          <pc:sldMk cId="3223536908" sldId="503"/>
        </pc:sldMkLst>
      </pc:sldChg>
      <pc:sldChg chg="del">
        <pc:chgData name="Elke De Blauwe" userId="9831e83f-c45e-48a4-9fda-e075c6e34c76" providerId="ADAL" clId="{F3A2BB1B-8099-47AF-BCFC-EACD5FBA026B}" dt="2026-04-22T08:38:52.311" v="430" actId="2696"/>
        <pc:sldMkLst>
          <pc:docMk/>
          <pc:sldMk cId="525638181" sldId="504"/>
        </pc:sldMkLst>
      </pc:sldChg>
      <pc:sldChg chg="modSp">
        <pc:chgData name="Elke De Blauwe" userId="9831e83f-c45e-48a4-9fda-e075c6e34c76" providerId="ADAL" clId="{F3A2BB1B-8099-47AF-BCFC-EACD5FBA026B}" dt="2026-04-22T08:19:59.310" v="208" actId="732"/>
        <pc:sldMkLst>
          <pc:docMk/>
          <pc:sldMk cId="1532339867" sldId="505"/>
        </pc:sldMkLst>
        <pc:picChg chg="mod modCrop">
          <ac:chgData name="Elke De Blauwe" userId="9831e83f-c45e-48a4-9fda-e075c6e34c76" providerId="ADAL" clId="{F3A2BB1B-8099-47AF-BCFC-EACD5FBA026B}" dt="2026-04-22T08:19:59.310" v="208" actId="732"/>
          <ac:picMkLst>
            <pc:docMk/>
            <pc:sldMk cId="1532339867" sldId="505"/>
            <ac:picMk id="4" creationId="{FFC196A9-5662-4449-AFEC-36C429C18F1A}"/>
          </ac:picMkLst>
        </pc:picChg>
      </pc:sldChg>
      <pc:sldChg chg="addSp add">
        <pc:chgData name="Elke De Blauwe" userId="9831e83f-c45e-48a4-9fda-e075c6e34c76" providerId="ADAL" clId="{F3A2BB1B-8099-47AF-BCFC-EACD5FBA026B}" dt="2026-04-22T08:15:34.805" v="204"/>
        <pc:sldMkLst>
          <pc:docMk/>
          <pc:sldMk cId="1469983419" sldId="506"/>
        </pc:sldMkLst>
        <pc:picChg chg="add">
          <ac:chgData name="Elke De Blauwe" userId="9831e83f-c45e-48a4-9fda-e075c6e34c76" providerId="ADAL" clId="{F3A2BB1B-8099-47AF-BCFC-EACD5FBA026B}" dt="2026-04-22T08:15:34.805" v="204"/>
          <ac:picMkLst>
            <pc:docMk/>
            <pc:sldMk cId="1469983419" sldId="506"/>
            <ac:picMk id="3" creationId="{385C6212-D3E8-4E56-867B-17576C12BBBB}"/>
          </ac:picMkLst>
        </pc:picChg>
      </pc:sldChg>
      <pc:sldChg chg="addSp add">
        <pc:chgData name="Elke De Blauwe" userId="9831e83f-c45e-48a4-9fda-e075c6e34c76" providerId="ADAL" clId="{F3A2BB1B-8099-47AF-BCFC-EACD5FBA026B}" dt="2026-04-22T08:17:16.997" v="206"/>
        <pc:sldMkLst>
          <pc:docMk/>
          <pc:sldMk cId="2565211629" sldId="507"/>
        </pc:sldMkLst>
        <pc:picChg chg="add">
          <ac:chgData name="Elke De Blauwe" userId="9831e83f-c45e-48a4-9fda-e075c6e34c76" providerId="ADAL" clId="{F3A2BB1B-8099-47AF-BCFC-EACD5FBA026B}" dt="2026-04-22T08:17:16.997" v="206"/>
          <ac:picMkLst>
            <pc:docMk/>
            <pc:sldMk cId="2565211629" sldId="507"/>
            <ac:picMk id="3" creationId="{4ECEF733-913E-468F-9F2F-F94077E3ACEF}"/>
          </ac:picMkLst>
        </pc:picChg>
      </pc:sldChg>
      <pc:sldChg chg="addSp add">
        <pc:chgData name="Elke De Blauwe" userId="9831e83f-c45e-48a4-9fda-e075c6e34c76" providerId="ADAL" clId="{F3A2BB1B-8099-47AF-BCFC-EACD5FBA026B}" dt="2026-04-22T08:20:16.664" v="210"/>
        <pc:sldMkLst>
          <pc:docMk/>
          <pc:sldMk cId="77406021" sldId="508"/>
        </pc:sldMkLst>
        <pc:picChg chg="add">
          <ac:chgData name="Elke De Blauwe" userId="9831e83f-c45e-48a4-9fda-e075c6e34c76" providerId="ADAL" clId="{F3A2BB1B-8099-47AF-BCFC-EACD5FBA026B}" dt="2026-04-22T08:20:16.664" v="210"/>
          <ac:picMkLst>
            <pc:docMk/>
            <pc:sldMk cId="77406021" sldId="508"/>
            <ac:picMk id="3" creationId="{13B61E60-BB0C-477A-A84D-D0142879DF9A}"/>
          </ac:picMkLst>
        </pc:picChg>
      </pc:sldChg>
      <pc:sldChg chg="addSp modSp add ord">
        <pc:chgData name="Elke De Blauwe" userId="9831e83f-c45e-48a4-9fda-e075c6e34c76" providerId="ADAL" clId="{F3A2BB1B-8099-47AF-BCFC-EACD5FBA026B}" dt="2026-04-22T08:38:22.362" v="428"/>
        <pc:sldMkLst>
          <pc:docMk/>
          <pc:sldMk cId="2107605147" sldId="509"/>
        </pc:sldMkLst>
        <pc:picChg chg="add mod">
          <ac:chgData name="Elke De Blauwe" userId="9831e83f-c45e-48a4-9fda-e075c6e34c76" providerId="ADAL" clId="{F3A2BB1B-8099-47AF-BCFC-EACD5FBA026B}" dt="2026-04-22T08:37:43.682" v="426" actId="1076"/>
          <ac:picMkLst>
            <pc:docMk/>
            <pc:sldMk cId="2107605147" sldId="509"/>
            <ac:picMk id="3" creationId="{9311DA56-A341-4227-9C73-30F5E6E89B8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4023994" y="1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7948AA95-E0AC-4155-8E44-FD6C1985FB30}" type="datetimeFigureOut">
              <a:rPr lang="nl-BE" smtClean="0"/>
              <a:t>22/04/2026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2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r>
              <a:rPr lang="nl-BE"/>
              <a:t>HoGent / (c) Mario Ryckaert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4023994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79D99FBA-3BE2-4504-897D-206736F136E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75890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023994" y="1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2CB5617B-3B06-4577-969E-A92EEC59B646}" type="datetimeFigureOut">
              <a:rPr lang="nl-BE" smtClean="0"/>
              <a:t>22/04/2026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10407" y="4861443"/>
            <a:ext cx="5683250" cy="4605576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2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r>
              <a:rPr lang="nl-BE"/>
              <a:t>HoGent / (c) Mario Ryckaert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023994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0A23CD3-F73C-465B-8CD4-84F0E6F29E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72048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/>
              <a:t>HoGent / (c) Mario Ryckaert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A23CD3-F73C-465B-8CD4-84F0E6F29E00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775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75E2-FEEA-4D6C-9154-D17F16F5BBBD}" type="datetime1">
              <a:rPr lang="nl-NL" smtClean="0"/>
              <a:t>22-4-2026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3525-1F39-4D79-AE6F-24A69609D751}" type="datetime1">
              <a:rPr lang="nl-NL" smtClean="0"/>
              <a:t>22-4-2026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1D01-7730-4CFE-8D78-B7453C8BC986}" type="datetime1">
              <a:rPr lang="nl-NL" smtClean="0"/>
              <a:t>22-4-2026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29C4-1241-444C-90E2-0EB21C513F84}" type="datetime1">
              <a:rPr lang="nl-NL" smtClean="0"/>
              <a:t>22-4-2026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5805-2B37-45AA-B4EB-FF2CBA13C8AD}" type="datetime1">
              <a:rPr lang="nl-NL" smtClean="0"/>
              <a:t>22-4-2026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B68D-B6E0-431D-8763-196FFB79CD7F}" type="datetime1">
              <a:rPr lang="nl-NL" smtClean="0"/>
              <a:t>22-4-2026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374A-98BB-422B-9CEF-57D768708387}" type="datetime1">
              <a:rPr lang="nl-NL" smtClean="0"/>
              <a:t>22-4-2026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8411-F7C5-48BC-9745-10459A3F9442}" type="datetime1">
              <a:rPr lang="nl-NL" smtClean="0"/>
              <a:t>22-4-2026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130E-5D92-402E-B42C-AB0BC1F68094}" type="datetime1">
              <a:rPr lang="nl-NL" smtClean="0"/>
              <a:t>22-4-2026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EE96-A9E9-4C7B-8443-21552875EBE7}" type="datetime1">
              <a:rPr lang="nl-NL" smtClean="0"/>
              <a:t>22-4-2026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056E-5889-444A-9904-47E2E7BF6C4D}" type="datetime1">
              <a:rPr lang="nl-NL" smtClean="0"/>
              <a:t>22-4-2026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7D67567-3BBB-4AE0-99EB-7B9EC81E54AA}" type="datetime1">
              <a:rPr lang="nl-NL" smtClean="0"/>
              <a:t>22-4-2026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052736"/>
            <a:ext cx="7772400" cy="2327572"/>
          </a:xfrm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nl-NL" sz="4800" u="sng" dirty="0">
                <a:solidFill>
                  <a:schemeClr val="tx1"/>
                </a:solidFill>
              </a:rPr>
              <a:t>Personenbelasting</a:t>
            </a:r>
            <a:br>
              <a:rPr lang="nl-NL" sz="4800" u="sng" dirty="0">
                <a:solidFill>
                  <a:schemeClr val="tx1"/>
                </a:solidFill>
              </a:rPr>
            </a:br>
            <a:r>
              <a:rPr lang="nl-NL" sz="4800" u="sng" dirty="0" err="1">
                <a:solidFill>
                  <a:schemeClr val="tx1"/>
                </a:solidFill>
              </a:rPr>
              <a:t>HoGent</a:t>
            </a:r>
            <a:endParaRPr lang="nl-NL" sz="4800" u="sng" dirty="0">
              <a:solidFill>
                <a:schemeClr val="tx1"/>
              </a:solidFill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241151"/>
          </a:xfrm>
          <a:ln>
            <a:solidFill>
              <a:srgbClr val="0070C0"/>
            </a:solidFill>
          </a:ln>
        </p:spPr>
        <p:txBody>
          <a:bodyPr>
            <a:normAutofit fontScale="55000" lnSpcReduction="20000"/>
          </a:bodyPr>
          <a:lstStyle/>
          <a:p>
            <a:endParaRPr lang="nl-NL" sz="200" b="1" dirty="0"/>
          </a:p>
          <a:p>
            <a:r>
              <a:rPr lang="nl-NL" sz="4400" b="1" dirty="0">
                <a:solidFill>
                  <a:schemeClr val="tx1"/>
                </a:solidFill>
              </a:rPr>
              <a:t>Les april 2026</a:t>
            </a:r>
          </a:p>
          <a:p>
            <a:r>
              <a:rPr lang="nl-NL" sz="4400" b="1" dirty="0">
                <a:solidFill>
                  <a:schemeClr val="tx1"/>
                </a:solidFill>
              </a:rPr>
              <a:t>Mario Rijckaert</a:t>
            </a:r>
          </a:p>
          <a:p>
            <a:r>
              <a:rPr lang="nl-NL" sz="4400" b="1" dirty="0">
                <a:solidFill>
                  <a:schemeClr val="tx1"/>
                </a:solidFill>
              </a:rPr>
              <a:t>Update door Elke De Blauwe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5868144" y="5661248"/>
            <a:ext cx="25202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 </a:t>
            </a:r>
          </a:p>
          <a:p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39F7BB9-7C5A-4A04-BF4D-1B33EB10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763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68"/>
    </mc:Choice>
    <mc:Fallback xmlns="">
      <p:transition spd="slow" advTm="146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nl-NL" sz="4400" b="1" u="sng" dirty="0">
                <a:solidFill>
                  <a:schemeClr val="tx1"/>
                </a:solidFill>
              </a:rPr>
              <a:t>VAK IX </a:t>
            </a:r>
            <a:r>
              <a:rPr lang="nl-NL" sz="4400" b="1" dirty="0">
                <a:solidFill>
                  <a:schemeClr val="tx1"/>
                </a:solidFill>
              </a:rPr>
              <a:t>: BELASTINGVERMINDERING VOOR UITGAVEN VAN LENINGEN &amp; LEVENSVEREKERINGEN</a:t>
            </a: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5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04"/>
    </mc:Choice>
    <mc:Fallback xmlns="">
      <p:transition spd="slow" advTm="3430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3600" b="1" u="sng" dirty="0">
                <a:solidFill>
                  <a:schemeClr val="tx1"/>
                </a:solidFill>
              </a:rPr>
              <a:t>VAK IX </a:t>
            </a:r>
            <a:r>
              <a:rPr lang="nl-NL" sz="3600" b="1" dirty="0">
                <a:solidFill>
                  <a:schemeClr val="tx1"/>
                </a:solidFill>
              </a:rPr>
              <a:t>:</a:t>
            </a:r>
          </a:p>
          <a:p>
            <a:pPr marL="514350" indent="-514350">
              <a:buAutoNum type="arabicPeriod"/>
            </a:pPr>
            <a:r>
              <a:rPr lang="nl-NL" sz="2800" dirty="0">
                <a:solidFill>
                  <a:schemeClr val="tx1"/>
                </a:solidFill>
              </a:rPr>
              <a:t>Vak IX in de PB-aangifte</a:t>
            </a:r>
          </a:p>
          <a:p>
            <a:pPr marL="514350" indent="-514350">
              <a:buAutoNum type="arabicPeriod"/>
            </a:pPr>
            <a:r>
              <a:rPr lang="nl-NL" sz="2800" dirty="0">
                <a:solidFill>
                  <a:schemeClr val="tx1"/>
                </a:solidFill>
              </a:rPr>
              <a:t>Algemene informatie over vak IX</a:t>
            </a:r>
          </a:p>
          <a:p>
            <a:pPr marL="514350" indent="-514350">
              <a:buAutoNum type="arabicPeriod"/>
            </a:pPr>
            <a:r>
              <a:rPr lang="nl-NL" sz="2800" dirty="0">
                <a:solidFill>
                  <a:schemeClr val="tx1"/>
                </a:solidFill>
              </a:rPr>
              <a:t>Hoe vak IX invullen ?</a:t>
            </a:r>
          </a:p>
          <a:p>
            <a:pPr marL="45720" lvl="0" indent="0">
              <a:buClr>
                <a:srgbClr val="31B6FD"/>
              </a:buClr>
              <a:buNone/>
            </a:pPr>
            <a:r>
              <a:rPr lang="nl-BE" sz="2000" dirty="0">
                <a:solidFill>
                  <a:srgbClr val="00B050"/>
                </a:solidFill>
              </a:rPr>
              <a:t>       </a:t>
            </a:r>
            <a:r>
              <a:rPr lang="nl-BE" dirty="0">
                <a:solidFill>
                  <a:srgbClr val="00B050"/>
                </a:solidFill>
              </a:rPr>
              <a:t>VAK IX . I. </a:t>
            </a:r>
            <a:r>
              <a:rPr lang="nl-BE" u="sng" dirty="0">
                <a:solidFill>
                  <a:srgbClr val="00B050"/>
                </a:solidFill>
              </a:rPr>
              <a:t>Gewestelijke belastingvoordelen</a:t>
            </a:r>
          </a:p>
          <a:p>
            <a:pPr marL="347663" lvl="1" indent="0">
              <a:buClr>
                <a:srgbClr val="31B6FD"/>
              </a:buClr>
              <a:buNone/>
            </a:pPr>
            <a:r>
              <a:rPr lang="nl-BE" sz="2400" dirty="0">
                <a:solidFill>
                  <a:prstClr val="black"/>
                </a:solidFill>
              </a:rPr>
              <a:t>	Woonbonus voor uitgaven “eigen woning”</a:t>
            </a:r>
            <a:endParaRPr lang="nl-BE" dirty="0">
              <a:solidFill>
                <a:srgbClr val="FF0000"/>
              </a:solidFill>
            </a:endParaRPr>
          </a:p>
          <a:p>
            <a:pPr marL="45720" lvl="0" indent="0">
              <a:buClr>
                <a:srgbClr val="31B6FD"/>
              </a:buClr>
              <a:buNone/>
            </a:pPr>
            <a:r>
              <a:rPr lang="nl-BE" dirty="0">
                <a:solidFill>
                  <a:srgbClr val="FF0000"/>
                </a:solidFill>
              </a:rPr>
              <a:t>      VAK IX . II. </a:t>
            </a:r>
            <a:r>
              <a:rPr lang="nl-BE" u="sng" dirty="0">
                <a:solidFill>
                  <a:srgbClr val="FF0000"/>
                </a:solidFill>
              </a:rPr>
              <a:t>Federale belastingvoordelen</a:t>
            </a:r>
          </a:p>
          <a:p>
            <a:pPr marL="45720" lvl="0" indent="0">
              <a:buClr>
                <a:srgbClr val="31B6FD"/>
              </a:buClr>
              <a:buNone/>
            </a:pPr>
            <a:r>
              <a:rPr lang="nl-BE" dirty="0">
                <a:solidFill>
                  <a:prstClr val="black"/>
                </a:solidFill>
              </a:rPr>
              <a:t>	Belastingvermindering 2de eigendom, 3de woning,…</a:t>
            </a:r>
          </a:p>
          <a:p>
            <a:pPr marL="0" indent="0">
              <a:buNone/>
            </a:pPr>
            <a:endParaRPr lang="nl-NL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3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15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42"/>
    </mc:Choice>
    <mc:Fallback xmlns="">
      <p:transition spd="slow" advTm="910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4</a:t>
            </a:fld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EC0F8CCC-589A-4D4F-8BB0-257D2E5FD3C2}"/>
              </a:ext>
            </a:extLst>
          </p:cNvPr>
          <p:cNvSpPr/>
          <p:nvPr/>
        </p:nvSpPr>
        <p:spPr>
          <a:xfrm>
            <a:off x="683568" y="604970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nl-NL" sz="3600" b="1" u="sng" dirty="0"/>
              <a:t>Vak IX </a:t>
            </a:r>
          </a:p>
          <a:p>
            <a:pPr marL="514350" indent="-514350">
              <a:buAutoNum type="arabicPeriod"/>
            </a:pPr>
            <a:endParaRPr lang="nl-NL" sz="3600" b="1" u="sng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2C36FCC-A6E8-4A0B-BF2A-01AAEAEB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251301"/>
            <a:ext cx="6840760" cy="500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5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878"/>
    </mc:Choice>
    <mc:Fallback xmlns="">
      <p:transition spd="slow" advTm="25487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sz="3600" b="1" dirty="0">
                <a:solidFill>
                  <a:schemeClr val="tx1"/>
                </a:solidFill>
              </a:rPr>
              <a:t>2. </a:t>
            </a:r>
            <a:r>
              <a:rPr lang="nl-NL" sz="3600" b="1" u="sng" dirty="0">
                <a:solidFill>
                  <a:schemeClr val="tx1"/>
                </a:solidFill>
              </a:rPr>
              <a:t>Algemene informatie over vak 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2800" b="1" dirty="0">
                <a:solidFill>
                  <a:schemeClr val="tx1"/>
                </a:solidFill>
              </a:rPr>
              <a:t>Intresten</a:t>
            </a:r>
            <a:r>
              <a:rPr lang="nl-NL" sz="2800" dirty="0">
                <a:solidFill>
                  <a:schemeClr val="tx1"/>
                </a:solidFill>
              </a:rPr>
              <a:t> en </a:t>
            </a:r>
            <a:r>
              <a:rPr lang="nl-NL" sz="2800" b="1" dirty="0">
                <a:solidFill>
                  <a:schemeClr val="tx1"/>
                </a:solidFill>
              </a:rPr>
              <a:t>kapitaalaflossingen</a:t>
            </a:r>
            <a:r>
              <a:rPr lang="nl-NL" sz="2800" dirty="0">
                <a:solidFill>
                  <a:schemeClr val="tx1"/>
                </a:solidFill>
              </a:rPr>
              <a:t> van (</a:t>
            </a:r>
            <a:r>
              <a:rPr lang="nl-NL" sz="2800" dirty="0" err="1">
                <a:solidFill>
                  <a:schemeClr val="tx1"/>
                </a:solidFill>
              </a:rPr>
              <a:t>hyp</a:t>
            </a:r>
            <a:r>
              <a:rPr lang="nl-NL" sz="2800" dirty="0">
                <a:solidFill>
                  <a:schemeClr val="tx1"/>
                </a:solidFill>
              </a:rPr>
              <a:t>) leningen voor aankoop OG + </a:t>
            </a:r>
            <a:r>
              <a:rPr lang="nl-NL" sz="2800" b="1" dirty="0">
                <a:solidFill>
                  <a:schemeClr val="tx1"/>
                </a:solidFill>
              </a:rPr>
              <a:t>premies</a:t>
            </a:r>
            <a:r>
              <a:rPr lang="nl-NL" sz="2800" dirty="0">
                <a:solidFill>
                  <a:schemeClr val="tx1"/>
                </a:solidFill>
              </a:rPr>
              <a:t> LV/SSV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1"/>
                </a:solidFill>
              </a:rPr>
              <a:t>Recht op belastingvermindering (</a:t>
            </a:r>
            <a:r>
              <a:rPr lang="nl-NL" sz="2800" dirty="0" err="1">
                <a:solidFill>
                  <a:schemeClr val="tx1"/>
                </a:solidFill>
              </a:rPr>
              <a:t>vw’n</a:t>
            </a:r>
            <a:r>
              <a:rPr lang="nl-NL" sz="2800" dirty="0">
                <a:solidFill>
                  <a:schemeClr val="tx1"/>
                </a:solidFill>
              </a:rPr>
              <a:t>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1"/>
                </a:solidFill>
              </a:rPr>
              <a:t>Gewestelijke of federale belastingvermindering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1"/>
                </a:solidFill>
              </a:rPr>
              <a:t>Zeer veel codes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1"/>
                </a:solidFill>
              </a:rPr>
              <a:t>Wetgeving vaak gewijzigd </a:t>
            </a:r>
          </a:p>
          <a:p>
            <a:pPr marL="0" indent="0">
              <a:buNone/>
            </a:pPr>
            <a:r>
              <a:rPr lang="nl-NL" sz="2800" dirty="0">
                <a:solidFill>
                  <a:schemeClr val="tx1"/>
                </a:solidFill>
              </a:rPr>
              <a:t>vanaf 1.1.2021 : </a:t>
            </a:r>
            <a:r>
              <a:rPr lang="nl-NL" sz="2800" strike="sngStrike" dirty="0">
                <a:solidFill>
                  <a:schemeClr val="tx1"/>
                </a:solidFill>
              </a:rPr>
              <a:t>Vlaamse woonbonus</a:t>
            </a:r>
          </a:p>
          <a:p>
            <a:pPr marL="0" indent="0">
              <a:buNone/>
            </a:pPr>
            <a:r>
              <a:rPr lang="nl-NL" sz="2800" dirty="0">
                <a:solidFill>
                  <a:schemeClr val="tx1"/>
                </a:solidFill>
              </a:rPr>
              <a:t>Vanaf 1-1-2025 : geen enkel fiscaal voordeel meer; maar “oude” woningfiscaliteit loopt nog verder ….</a:t>
            </a:r>
          </a:p>
          <a:p>
            <a:pPr marL="0" indent="0">
              <a:buNone/>
            </a:pPr>
            <a:r>
              <a:rPr lang="nl-NL" sz="2800" dirty="0">
                <a:solidFill>
                  <a:schemeClr val="tx1"/>
                </a:solidFill>
              </a:rPr>
              <a:t>“Attesten” nodig :	</a:t>
            </a:r>
            <a:endParaRPr lang="nl-NL" sz="28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1"/>
                </a:solidFill>
              </a:rPr>
              <a:t>Fiche 281.61 : volgende dia</a:t>
            </a: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5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50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8145"/>
    </mc:Choice>
    <mc:Fallback xmlns="">
      <p:transition spd="slow" advTm="45814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1"/>
                </a:solidFill>
              </a:rPr>
              <a:t>Fiche 281.61 :  </a:t>
            </a:r>
            <a:r>
              <a:rPr lang="nl-BE" sz="2800" dirty="0">
                <a:solidFill>
                  <a:schemeClr val="tx1"/>
                </a:solidFill>
              </a:rPr>
              <a:t>basisattest + jaarlijks betalingsattest </a:t>
            </a:r>
          </a:p>
          <a:p>
            <a:pPr marL="0" indent="0">
              <a:buNone/>
            </a:pPr>
            <a:r>
              <a:rPr lang="nl-BE" sz="2800" dirty="0">
                <a:solidFill>
                  <a:schemeClr val="tx1"/>
                </a:solidFill>
              </a:rPr>
              <a:t>	=&gt; detail kapitaalaflossingen &amp; intresten / jaar</a:t>
            </a: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6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60061BF-FE77-4A66-87D2-942143366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00808"/>
            <a:ext cx="5904656" cy="42484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756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999"/>
    </mc:Choice>
    <mc:Fallback xmlns="">
      <p:transition spd="slow" advTm="17799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4000" b="1" dirty="0">
                <a:solidFill>
                  <a:schemeClr val="tx1"/>
                </a:solidFill>
              </a:rPr>
              <a:t>3. </a:t>
            </a:r>
            <a:r>
              <a:rPr lang="nl-NL" sz="4000" b="1" u="sng" dirty="0">
                <a:solidFill>
                  <a:schemeClr val="tx1"/>
                </a:solidFill>
              </a:rPr>
              <a:t>Hoe vak IX invullen </a:t>
            </a:r>
            <a:r>
              <a:rPr lang="nl-NL" sz="4000" b="1" dirty="0">
                <a:solidFill>
                  <a:schemeClr val="tx1"/>
                </a:solidFill>
              </a:rPr>
              <a:t>?</a:t>
            </a:r>
          </a:p>
          <a:p>
            <a:pPr marL="0" indent="0">
              <a:buNone/>
            </a:pPr>
            <a:r>
              <a:rPr lang="nl-NL" sz="2800" dirty="0">
                <a:solidFill>
                  <a:schemeClr val="tx1"/>
                </a:solidFill>
              </a:rPr>
              <a:t>2 vragen zijn bepalend :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Gaat het om lening </a:t>
            </a:r>
            <a:r>
              <a:rPr lang="nl-NL" dirty="0" err="1">
                <a:solidFill>
                  <a:schemeClr val="tx1"/>
                </a:solidFill>
              </a:rPr>
              <a:t>mbt</a:t>
            </a:r>
            <a:r>
              <a:rPr lang="nl-NL" dirty="0">
                <a:solidFill>
                  <a:schemeClr val="tx1"/>
                </a:solidFill>
              </a:rPr>
              <a:t> de “</a:t>
            </a:r>
            <a:r>
              <a:rPr lang="nl-NL" b="1" u="sng" dirty="0">
                <a:solidFill>
                  <a:schemeClr val="tx1"/>
                </a:solidFill>
              </a:rPr>
              <a:t>eigen woning</a:t>
            </a:r>
            <a:r>
              <a:rPr lang="nl-NL" dirty="0">
                <a:solidFill>
                  <a:schemeClr val="tx1"/>
                </a:solidFill>
              </a:rPr>
              <a:t>” 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In </a:t>
            </a:r>
            <a:r>
              <a:rPr lang="nl-NL" b="1" u="sng" dirty="0">
                <a:solidFill>
                  <a:schemeClr val="tx1"/>
                </a:solidFill>
              </a:rPr>
              <a:t>welk jaar </a:t>
            </a:r>
            <a:r>
              <a:rPr lang="nl-NL" dirty="0">
                <a:solidFill>
                  <a:schemeClr val="tx1"/>
                </a:solidFill>
              </a:rPr>
              <a:t>werd de lening afgesloten ?</a:t>
            </a:r>
            <a:endParaRPr lang="nl-NL" dirty="0">
              <a:highlight>
                <a:srgbClr val="00FFFF"/>
              </a:highlight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7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21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027"/>
    </mc:Choice>
    <mc:Fallback xmlns="">
      <p:transition spd="slow" advTm="18002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sz="2800" b="1" u="sng" dirty="0">
                <a:solidFill>
                  <a:schemeClr val="tx1"/>
                </a:solidFill>
              </a:rPr>
              <a:t>STARTVRAAG</a:t>
            </a:r>
            <a:r>
              <a:rPr lang="nl-NL" sz="2800" b="1" dirty="0">
                <a:solidFill>
                  <a:schemeClr val="tx1"/>
                </a:solidFill>
              </a:rPr>
              <a:t> : </a:t>
            </a:r>
          </a:p>
          <a:p>
            <a:pPr marL="0" indent="0">
              <a:buNone/>
            </a:pPr>
            <a:r>
              <a:rPr lang="nl-NL" sz="2800" dirty="0">
                <a:solidFill>
                  <a:schemeClr val="tx1"/>
                </a:solidFill>
              </a:rPr>
              <a:t>Gaat het om lening </a:t>
            </a:r>
            <a:r>
              <a:rPr lang="nl-NL" sz="2800" dirty="0" err="1">
                <a:solidFill>
                  <a:schemeClr val="tx1"/>
                </a:solidFill>
              </a:rPr>
              <a:t>mbt</a:t>
            </a:r>
            <a:r>
              <a:rPr lang="nl-NL" sz="2800" dirty="0">
                <a:solidFill>
                  <a:schemeClr val="tx1"/>
                </a:solidFill>
              </a:rPr>
              <a:t> de “</a:t>
            </a:r>
            <a:r>
              <a:rPr lang="nl-NL" sz="2800" b="1" u="sng" dirty="0">
                <a:solidFill>
                  <a:schemeClr val="tx1"/>
                </a:solidFill>
              </a:rPr>
              <a:t>eigen woning</a:t>
            </a:r>
            <a:r>
              <a:rPr lang="nl-NL" sz="2800" dirty="0">
                <a:solidFill>
                  <a:schemeClr val="tx1"/>
                </a:solidFill>
              </a:rPr>
              <a:t>” ? </a:t>
            </a:r>
          </a:p>
          <a:p>
            <a:pPr marL="0" indent="0">
              <a:buNone/>
            </a:pPr>
            <a:r>
              <a:rPr lang="nl-NL" sz="2800" dirty="0">
                <a:solidFill>
                  <a:schemeClr val="tx1"/>
                </a:solidFill>
              </a:rPr>
              <a:t>	(=zelf betrokken woning)</a:t>
            </a:r>
          </a:p>
          <a:p>
            <a:pPr marL="0" indent="0">
              <a:buNone/>
            </a:pPr>
            <a:endParaRPr lang="nl-NL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nl-NL" sz="2800" b="1" dirty="0">
                <a:solidFill>
                  <a:srgbClr val="00B050"/>
                </a:solidFill>
              </a:rPr>
              <a:t>	         JA</a:t>
            </a:r>
            <a:r>
              <a:rPr lang="nl-NL" sz="2800" b="1" dirty="0"/>
              <a:t>			         </a:t>
            </a:r>
            <a:r>
              <a:rPr lang="nl-NL" sz="2800" b="1" dirty="0">
                <a:solidFill>
                  <a:srgbClr val="FF0000"/>
                </a:solidFill>
              </a:rPr>
              <a:t>NEEN</a:t>
            </a:r>
            <a:endParaRPr lang="nl-NL" sz="2800" b="1" dirty="0"/>
          </a:p>
          <a:p>
            <a:pPr marL="0" indent="0">
              <a:buNone/>
            </a:pPr>
            <a:r>
              <a:rPr lang="nl-NL" sz="2800" b="1" dirty="0"/>
              <a:t>	 			           	</a:t>
            </a:r>
            <a:endParaRPr lang="nl-NL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nl-NL" sz="16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nl-NL" sz="2800" b="1" u="sng" dirty="0">
                <a:solidFill>
                  <a:srgbClr val="00B050"/>
                </a:solidFill>
              </a:rPr>
              <a:t>GEWESTELIJKE</a:t>
            </a:r>
            <a:r>
              <a:rPr lang="nl-NL" sz="2800" b="1" dirty="0">
                <a:solidFill>
                  <a:srgbClr val="00B050"/>
                </a:solidFill>
              </a:rPr>
              <a:t> voordelen</a:t>
            </a:r>
            <a:r>
              <a:rPr lang="nl-NL" sz="2800" b="1" dirty="0"/>
              <a:t>		</a:t>
            </a:r>
            <a:r>
              <a:rPr lang="nl-NL" sz="2800" b="1" u="sng" dirty="0">
                <a:solidFill>
                  <a:srgbClr val="FF0000"/>
                </a:solidFill>
              </a:rPr>
              <a:t>FEDERALE</a:t>
            </a:r>
            <a:r>
              <a:rPr lang="nl-NL" sz="2800" b="1" dirty="0">
                <a:solidFill>
                  <a:srgbClr val="FF0000"/>
                </a:solidFill>
              </a:rPr>
              <a:t> voordelen</a:t>
            </a:r>
            <a:endParaRPr lang="nl-NL" sz="2800" b="1" dirty="0"/>
          </a:p>
          <a:p>
            <a:pPr marL="0" indent="0">
              <a:buNone/>
            </a:pPr>
            <a:endParaRPr lang="nl-NL" sz="2000" b="1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nl-NL" sz="2800" dirty="0">
                <a:highlight>
                  <a:srgbClr val="00FFFF"/>
                </a:highlight>
              </a:rPr>
              <a:t>						</a:t>
            </a:r>
          </a:p>
          <a:p>
            <a:pPr marL="0" indent="0">
              <a:buNone/>
            </a:pPr>
            <a:r>
              <a:rPr lang="nl-NL" sz="2800" dirty="0">
                <a:solidFill>
                  <a:schemeClr val="tx1"/>
                </a:solidFill>
              </a:rPr>
              <a:t> </a:t>
            </a:r>
            <a:r>
              <a:rPr lang="nl-NL" sz="2800" b="1" dirty="0">
                <a:solidFill>
                  <a:srgbClr val="00B050"/>
                </a:solidFill>
              </a:rPr>
              <a:t>VAK IX : I. </a:t>
            </a:r>
            <a:r>
              <a:rPr lang="nl-NL" sz="2800" b="1" u="sng" dirty="0">
                <a:solidFill>
                  <a:srgbClr val="00B050"/>
                </a:solidFill>
              </a:rPr>
              <a:t>Gewestelijk</a:t>
            </a:r>
            <a:r>
              <a:rPr lang="nl-NL" sz="2800" dirty="0">
                <a:solidFill>
                  <a:schemeClr val="tx1"/>
                </a:solidFill>
              </a:rPr>
              <a:t>		</a:t>
            </a:r>
            <a:r>
              <a:rPr lang="nl-NL" sz="2800" b="1" dirty="0">
                <a:solidFill>
                  <a:srgbClr val="FF0000"/>
                </a:solidFill>
              </a:rPr>
              <a:t>VAK IX : II. </a:t>
            </a:r>
            <a:r>
              <a:rPr lang="nl-NL" sz="2800" b="1" u="sng" dirty="0">
                <a:solidFill>
                  <a:srgbClr val="FF0000"/>
                </a:solidFill>
              </a:rPr>
              <a:t>Federaal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8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E0A8D77-EC81-4030-88FF-4F5206A8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8" y="4653136"/>
            <a:ext cx="975445" cy="64623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52CD78B-0FFA-41AC-8172-5D0A6FF68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660" y="4653136"/>
            <a:ext cx="951058" cy="66452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68A44B93-E096-4A1B-BAEB-77CC89FE6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446" y="4678017"/>
            <a:ext cx="865707" cy="652329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FDFA4289-03C5-414C-8AFA-E22013220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232" y="4691593"/>
            <a:ext cx="1012024" cy="569317"/>
          </a:xfrm>
          <a:prstGeom prst="rect">
            <a:avLst/>
          </a:prstGeom>
        </p:spPr>
      </p:pic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7A819411-4B1B-4FBC-91F8-DAADB7876D52}"/>
              </a:ext>
            </a:extLst>
          </p:cNvPr>
          <p:cNvCxnSpPr>
            <a:cxnSpLocks/>
          </p:cNvCxnSpPr>
          <p:nvPr/>
        </p:nvCxnSpPr>
        <p:spPr>
          <a:xfrm>
            <a:off x="4499992" y="2564904"/>
            <a:ext cx="1413240" cy="360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1B4167BA-02EC-406E-87BD-BC4945898AE3}"/>
              </a:ext>
            </a:extLst>
          </p:cNvPr>
          <p:cNvCxnSpPr>
            <a:cxnSpLocks/>
          </p:cNvCxnSpPr>
          <p:nvPr/>
        </p:nvCxnSpPr>
        <p:spPr>
          <a:xfrm flipH="1">
            <a:off x="2555777" y="2564904"/>
            <a:ext cx="1512167" cy="360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Pijl: omlaag 18">
            <a:extLst>
              <a:ext uri="{FF2B5EF4-FFF2-40B4-BE49-F238E27FC236}">
                <a16:creationId xmlns:a16="http://schemas.microsoft.com/office/drawing/2014/main" id="{352F35ED-F051-475C-8F94-9F93590D2464}"/>
              </a:ext>
            </a:extLst>
          </p:cNvPr>
          <p:cNvSpPr/>
          <p:nvPr/>
        </p:nvSpPr>
        <p:spPr>
          <a:xfrm>
            <a:off x="2067248" y="3523491"/>
            <a:ext cx="360040" cy="52435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Pijl: omlaag 20">
            <a:extLst>
              <a:ext uri="{FF2B5EF4-FFF2-40B4-BE49-F238E27FC236}">
                <a16:creationId xmlns:a16="http://schemas.microsoft.com/office/drawing/2014/main" id="{257E5380-7CE4-47CD-9F2F-A36AD7D5D507}"/>
              </a:ext>
            </a:extLst>
          </p:cNvPr>
          <p:cNvSpPr/>
          <p:nvPr/>
        </p:nvSpPr>
        <p:spPr>
          <a:xfrm>
            <a:off x="6051319" y="3478525"/>
            <a:ext cx="360040" cy="56931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050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027"/>
    </mc:Choice>
    <mc:Fallback xmlns="">
      <p:transition spd="slow" advTm="18002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nl-NL" sz="800" b="1" u="sng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nl-NL" sz="4400" b="1" u="sng" dirty="0">
                <a:solidFill>
                  <a:srgbClr val="00B050"/>
                </a:solidFill>
              </a:rPr>
              <a:t>VAK IX </a:t>
            </a:r>
            <a:r>
              <a:rPr lang="nl-NL" sz="4400" b="1" dirty="0">
                <a:solidFill>
                  <a:srgbClr val="00B050"/>
                </a:solidFill>
              </a:rPr>
              <a:t>: I. </a:t>
            </a:r>
            <a:r>
              <a:rPr lang="nl-NL" sz="4400" b="1" u="sng" dirty="0">
                <a:solidFill>
                  <a:srgbClr val="00B050"/>
                </a:solidFill>
              </a:rPr>
              <a:t>Gewestelijke </a:t>
            </a:r>
            <a:r>
              <a:rPr lang="nl-NL" sz="4400" b="1" dirty="0">
                <a:solidFill>
                  <a:srgbClr val="00B050"/>
                </a:solidFill>
              </a:rPr>
              <a:t>					   </a:t>
            </a:r>
            <a:r>
              <a:rPr lang="nl-NL" sz="4400" b="1" u="sng" dirty="0">
                <a:solidFill>
                  <a:srgbClr val="00B050"/>
                </a:solidFill>
              </a:rPr>
              <a:t>belastingvoordelen</a:t>
            </a:r>
            <a:endParaRPr lang="nl-NL" sz="4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9</a:t>
            </a:fld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BD35C5-C179-4436-BC28-136D648299AB}"/>
              </a:ext>
            </a:extLst>
          </p:cNvPr>
          <p:cNvSpPr txBox="1"/>
          <p:nvPr/>
        </p:nvSpPr>
        <p:spPr>
          <a:xfrm rot="20269545">
            <a:off x="104834" y="1858429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b="1" dirty="0">
                <a:highlight>
                  <a:srgbClr val="00FF00"/>
                </a:highlight>
              </a:rPr>
              <a:t>EIGEN WONING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AB5676B-6A57-4DC2-A2FD-F9C124334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52" y="2276872"/>
            <a:ext cx="6574356" cy="36724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804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55"/>
    </mc:Choice>
    <mc:Fallback xmlns="">
      <p:transition spd="slow" advTm="3245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800" u="sng" dirty="0">
                <a:solidFill>
                  <a:schemeClr val="tx1"/>
                </a:solidFill>
              </a:rPr>
              <a:t>Basisvoorwaarden</a:t>
            </a:r>
            <a:r>
              <a:rPr lang="nl-BE" sz="2800" dirty="0">
                <a:solidFill>
                  <a:schemeClr val="tx1"/>
                </a:solidFill>
              </a:rPr>
              <a:t> lening voor belastingvoordeel : </a:t>
            </a:r>
          </a:p>
          <a:p>
            <a:pPr>
              <a:buFontTx/>
              <a:buChar char="-"/>
            </a:pPr>
            <a:r>
              <a:rPr lang="nl-BE" dirty="0">
                <a:solidFill>
                  <a:schemeClr val="tx1"/>
                </a:solidFill>
              </a:rPr>
              <a:t>Hypothecaire lening </a:t>
            </a:r>
          </a:p>
          <a:p>
            <a:pPr>
              <a:buFontTx/>
              <a:buChar char="-"/>
            </a:pPr>
            <a:r>
              <a:rPr lang="nl-BE" dirty="0">
                <a:solidFill>
                  <a:schemeClr val="tx1"/>
                </a:solidFill>
              </a:rPr>
              <a:t>Looptijd minstens 10 jaar</a:t>
            </a:r>
          </a:p>
          <a:p>
            <a:pPr>
              <a:buFontTx/>
              <a:buChar char="-"/>
            </a:pPr>
            <a:r>
              <a:rPr lang="nl-BE" dirty="0">
                <a:solidFill>
                  <a:schemeClr val="tx1"/>
                </a:solidFill>
              </a:rPr>
              <a:t>Lening afgesloten bij financiële instelling in EER</a:t>
            </a:r>
          </a:p>
          <a:p>
            <a:pPr>
              <a:buFontTx/>
              <a:buChar char="-"/>
            </a:pPr>
            <a:r>
              <a:rPr lang="nl-BE" dirty="0">
                <a:solidFill>
                  <a:schemeClr val="tx1"/>
                </a:solidFill>
              </a:rPr>
              <a:t>Doel lening : woning in EER verwerven of behouden</a:t>
            </a:r>
          </a:p>
          <a:p>
            <a:pPr marL="0" indent="0">
              <a:buNone/>
            </a:pPr>
            <a:endParaRPr lang="nl-BE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BE" sz="2800" u="sng" dirty="0">
                <a:solidFill>
                  <a:schemeClr val="tx1"/>
                </a:solidFill>
              </a:rPr>
              <a:t>Specifieke voorwaarden </a:t>
            </a:r>
            <a:r>
              <a:rPr lang="nl-BE" sz="2800" dirty="0">
                <a:solidFill>
                  <a:schemeClr val="tx1"/>
                </a:solidFill>
              </a:rPr>
              <a:t>per type belastingvoordeel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dirty="0">
                <a:solidFill>
                  <a:schemeClr val="tx1"/>
                </a:solidFill>
              </a:rPr>
              <a:t>Vlaamse WB (generatie 1 &amp; 2) : “</a:t>
            </a:r>
            <a:r>
              <a:rPr lang="nl-BE" b="1" i="1" dirty="0">
                <a:solidFill>
                  <a:schemeClr val="tx1"/>
                </a:solidFill>
              </a:rPr>
              <a:t>enige</a:t>
            </a:r>
            <a:r>
              <a:rPr lang="nl-BE" i="1" dirty="0">
                <a:solidFill>
                  <a:schemeClr val="tx1"/>
                </a:solidFill>
              </a:rPr>
              <a:t>, eigen woning</a:t>
            </a:r>
            <a:r>
              <a:rPr lang="nl-BE" dirty="0">
                <a:solidFill>
                  <a:schemeClr val="tx1"/>
                </a:solidFill>
              </a:rPr>
              <a:t>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dirty="0">
                <a:solidFill>
                  <a:schemeClr val="tx1"/>
                </a:solidFill>
              </a:rPr>
              <a:t>Vlaamse geïntegreerde WB : “</a:t>
            </a:r>
            <a:r>
              <a:rPr lang="nl-BE" i="1" dirty="0">
                <a:solidFill>
                  <a:schemeClr val="tx1"/>
                </a:solidFill>
              </a:rPr>
              <a:t>eigen woning</a:t>
            </a:r>
            <a:r>
              <a:rPr lang="nl-BE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10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2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090"/>
    </mc:Choice>
    <mc:Fallback xmlns="">
      <p:transition spd="slow" advTm="22009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sz="3200" b="1" dirty="0">
                <a:solidFill>
                  <a:schemeClr val="tx1"/>
                </a:solidFill>
              </a:rPr>
              <a:t>Gewestelijke voordelen -&gt; </a:t>
            </a:r>
            <a:r>
              <a:rPr lang="nl-NL" sz="3200" b="1" dirty="0">
                <a:solidFill>
                  <a:schemeClr val="tx1"/>
                </a:solidFill>
                <a:highlight>
                  <a:srgbClr val="FFFF00"/>
                </a:highlight>
              </a:rPr>
              <a:t>in welk jaar </a:t>
            </a:r>
            <a:r>
              <a:rPr lang="nl-NL" sz="3200" b="1" dirty="0">
                <a:solidFill>
                  <a:schemeClr val="tx1"/>
                </a:solidFill>
              </a:rPr>
              <a:t>lening ?</a:t>
            </a:r>
          </a:p>
          <a:p>
            <a:pPr marL="0" indent="0">
              <a:buNone/>
            </a:pPr>
            <a:endParaRPr lang="nl-NL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1° </a:t>
            </a:r>
            <a:r>
              <a:rPr lang="nl-NL" u="sng" dirty="0">
                <a:solidFill>
                  <a:schemeClr val="tx1"/>
                </a:solidFill>
              </a:rPr>
              <a:t>Hypothecaire lening </a:t>
            </a:r>
            <a:r>
              <a:rPr lang="nl-NL" b="1" u="sng" dirty="0">
                <a:solidFill>
                  <a:schemeClr val="tx1"/>
                </a:solidFill>
                <a:highlight>
                  <a:srgbClr val="FFFF00"/>
                </a:highlight>
              </a:rPr>
              <a:t>vóór 1.1.2005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Kapitaalaflossingen :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       vermindering “</a:t>
            </a:r>
            <a:r>
              <a:rPr lang="nl-NL" i="1" dirty="0">
                <a:solidFill>
                  <a:schemeClr val="tx1"/>
                </a:solidFill>
              </a:rPr>
              <a:t>bouwsparen</a:t>
            </a:r>
            <a:r>
              <a:rPr lang="nl-NL" dirty="0">
                <a:solidFill>
                  <a:schemeClr val="tx1"/>
                </a:solidFill>
              </a:rPr>
              <a:t>” voor “enige, eigen woning”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	=&gt; belasting</a:t>
            </a:r>
            <a:r>
              <a:rPr lang="nl-NL" u="sng" dirty="0">
                <a:solidFill>
                  <a:schemeClr val="tx1"/>
                </a:solidFill>
              </a:rPr>
              <a:t>aftrek</a:t>
            </a:r>
            <a:r>
              <a:rPr lang="nl-NL" dirty="0">
                <a:solidFill>
                  <a:schemeClr val="tx1"/>
                </a:solidFill>
              </a:rPr>
              <a:t> in functie van </a:t>
            </a:r>
            <a:r>
              <a:rPr lang="nl-NL" i="1" dirty="0">
                <a:solidFill>
                  <a:schemeClr val="tx1"/>
                </a:solidFill>
              </a:rPr>
              <a:t>netto BI </a:t>
            </a:r>
            <a:r>
              <a:rPr lang="nl-NL" dirty="0">
                <a:solidFill>
                  <a:schemeClr val="tx1"/>
                </a:solidFill>
              </a:rPr>
              <a:t>(max € 2 280)</a:t>
            </a:r>
          </a:p>
          <a:p>
            <a:pPr marL="0" indent="0">
              <a:buNone/>
            </a:pPr>
            <a:endParaRPr lang="nl-NL" sz="1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Intresten :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	gewone </a:t>
            </a:r>
            <a:r>
              <a:rPr lang="nl-NL">
                <a:solidFill>
                  <a:schemeClr val="tx1"/>
                </a:solidFill>
              </a:rPr>
              <a:t>(x1146</a:t>
            </a:r>
            <a:r>
              <a:rPr lang="nl-NL" dirty="0">
                <a:solidFill>
                  <a:schemeClr val="tx1"/>
                </a:solidFill>
              </a:rPr>
              <a:t>) of bijkomende intrestaftrek </a:t>
            </a:r>
            <a:r>
              <a:rPr lang="nl-NL">
                <a:solidFill>
                  <a:schemeClr val="tx1"/>
                </a:solidFill>
              </a:rPr>
              <a:t>(x3138/3139</a:t>
            </a:r>
            <a:r>
              <a:rPr lang="nl-NL" dirty="0">
                <a:solidFill>
                  <a:schemeClr val="tx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SSV-premies :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	bouwsparen (x351) of LTS (x353)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11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99E3CB8-C29D-445D-8ED3-8BBA91A47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53" y="1268760"/>
            <a:ext cx="7820729" cy="36004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00301731-F936-41A1-824B-0D8BA666C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797361"/>
            <a:ext cx="6984776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2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625"/>
    </mc:Choice>
    <mc:Fallback xmlns="">
      <p:transition spd="slow" advTm="18262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2° </a:t>
            </a:r>
            <a:r>
              <a:rPr lang="nl-NL" u="sng" dirty="0">
                <a:solidFill>
                  <a:schemeClr val="tx1"/>
                </a:solidFill>
              </a:rPr>
              <a:t>Hypothecaire lening </a:t>
            </a:r>
            <a:r>
              <a:rPr lang="nl-NL" b="1" u="sng" dirty="0">
                <a:solidFill>
                  <a:schemeClr val="tx1"/>
                </a:solidFill>
                <a:highlight>
                  <a:srgbClr val="FFFF00"/>
                </a:highlight>
              </a:rPr>
              <a:t>tussen 1.1.2005 en 31.12.2014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 “Vlaamse woonbonus </a:t>
            </a:r>
            <a:r>
              <a:rPr lang="nl-NL" dirty="0">
                <a:solidFill>
                  <a:schemeClr val="tx1"/>
                </a:solidFill>
                <a:highlight>
                  <a:srgbClr val="00FFFF"/>
                </a:highlight>
              </a:rPr>
              <a:t>generatie 1</a:t>
            </a:r>
            <a:r>
              <a:rPr lang="nl-NL" dirty="0">
                <a:solidFill>
                  <a:schemeClr val="tx1"/>
                </a:solidFill>
              </a:rPr>
              <a:t>” -&gt; enige, eigen woning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nl-NL" sz="2200" dirty="0">
                <a:solidFill>
                  <a:schemeClr val="tx1"/>
                </a:solidFill>
              </a:rPr>
              <a:t>belasting</a:t>
            </a:r>
            <a:r>
              <a:rPr lang="nl-NL" sz="2200" u="sng" dirty="0">
                <a:solidFill>
                  <a:schemeClr val="tx1"/>
                </a:solidFill>
              </a:rPr>
              <a:t>vermindering</a:t>
            </a:r>
            <a:r>
              <a:rPr lang="nl-NL" sz="2200" dirty="0">
                <a:solidFill>
                  <a:schemeClr val="tx1"/>
                </a:solidFill>
              </a:rPr>
              <a:t> 30 tot 50% op uitgaven (intrest + KA) van maximaal € 2 280 (vast) + € 760 (10 jaar) + € 80 (min 3 </a:t>
            </a:r>
            <a:r>
              <a:rPr lang="nl-NL" sz="2200" dirty="0" err="1">
                <a:solidFill>
                  <a:schemeClr val="tx1"/>
                </a:solidFill>
              </a:rPr>
              <a:t>ktl</a:t>
            </a:r>
            <a:r>
              <a:rPr lang="nl-NL" sz="2200" dirty="0">
                <a:solidFill>
                  <a:schemeClr val="tx1"/>
                </a:solidFill>
              </a:rPr>
              <a:t>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nl-NL" sz="2200" dirty="0">
                <a:solidFill>
                  <a:schemeClr val="tx1"/>
                </a:solidFill>
              </a:rPr>
              <a:t>Maximale belastingvoordeel : € 3 120 x 50% = </a:t>
            </a:r>
            <a:r>
              <a:rPr lang="nl-NL" sz="2200" b="1" dirty="0">
                <a:solidFill>
                  <a:schemeClr val="tx1"/>
                </a:solidFill>
              </a:rPr>
              <a:t>€ 1 560</a:t>
            </a:r>
          </a:p>
          <a:p>
            <a:pPr marL="0" indent="0"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12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5B8FAC7-97BF-4AAE-AF94-69C5B5B6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03" y="1700808"/>
            <a:ext cx="6887887" cy="576064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3D0FA90-9F21-4817-8F1D-4A1C18A3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503" y="2400872"/>
            <a:ext cx="6887887" cy="174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0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950"/>
    </mc:Choice>
    <mc:Fallback xmlns="">
      <p:transition spd="slow" advTm="54095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200" b="1" dirty="0">
                <a:solidFill>
                  <a:schemeClr val="tx1"/>
                </a:solidFill>
              </a:rPr>
              <a:t>Voorbeeld :</a:t>
            </a:r>
          </a:p>
          <a:p>
            <a:pPr marL="0" indent="0">
              <a:buNone/>
            </a:pPr>
            <a:endParaRPr lang="nl-NL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13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C37E83D-D08D-48ED-9534-AFBD17F4A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0" y="1199839"/>
            <a:ext cx="8125959" cy="4458322"/>
          </a:xfrm>
          <a:prstGeom prst="rect">
            <a:avLst/>
          </a:prstGeom>
        </p:spPr>
      </p:pic>
      <p:sp useBgFill="1">
        <p:nvSpPr>
          <p:cNvPr id="3" name="Tekstvak 2">
            <a:extLst>
              <a:ext uri="{FF2B5EF4-FFF2-40B4-BE49-F238E27FC236}">
                <a16:creationId xmlns:a16="http://schemas.microsoft.com/office/drawing/2014/main" id="{61EDD280-1891-4D3B-9304-C7F70DE76B67}"/>
              </a:ext>
            </a:extLst>
          </p:cNvPr>
          <p:cNvSpPr txBox="1"/>
          <p:nvPr/>
        </p:nvSpPr>
        <p:spPr>
          <a:xfrm flipH="1">
            <a:off x="8028383" y="2848334"/>
            <a:ext cx="576064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6" name="Tekstvak 5">
            <a:extLst>
              <a:ext uri="{FF2B5EF4-FFF2-40B4-BE49-F238E27FC236}">
                <a16:creationId xmlns:a16="http://schemas.microsoft.com/office/drawing/2014/main" id="{029CAAD6-FF16-4DE2-89D2-588CF1536307}"/>
              </a:ext>
            </a:extLst>
          </p:cNvPr>
          <p:cNvSpPr txBox="1"/>
          <p:nvPr/>
        </p:nvSpPr>
        <p:spPr>
          <a:xfrm flipH="1">
            <a:off x="1187624" y="3573016"/>
            <a:ext cx="576064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7" name="Tekstvak 6">
            <a:extLst>
              <a:ext uri="{FF2B5EF4-FFF2-40B4-BE49-F238E27FC236}">
                <a16:creationId xmlns:a16="http://schemas.microsoft.com/office/drawing/2014/main" id="{89257C38-E4F8-42D1-8A2D-C6D4F3C67796}"/>
              </a:ext>
            </a:extLst>
          </p:cNvPr>
          <p:cNvSpPr txBox="1"/>
          <p:nvPr/>
        </p:nvSpPr>
        <p:spPr>
          <a:xfrm flipH="1">
            <a:off x="1979712" y="5262977"/>
            <a:ext cx="576064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8" name="Tekstvak 7">
            <a:extLst>
              <a:ext uri="{FF2B5EF4-FFF2-40B4-BE49-F238E27FC236}">
                <a16:creationId xmlns:a16="http://schemas.microsoft.com/office/drawing/2014/main" id="{32F5D139-47DA-45EE-B8C3-E5A1B9DC8D73}"/>
              </a:ext>
            </a:extLst>
          </p:cNvPr>
          <p:cNvSpPr txBox="1"/>
          <p:nvPr/>
        </p:nvSpPr>
        <p:spPr>
          <a:xfrm flipH="1">
            <a:off x="7786148" y="2580334"/>
            <a:ext cx="1034323" cy="324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tem 2024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8050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950"/>
    </mc:Choice>
    <mc:Fallback xmlns="">
      <p:transition spd="slow" advTm="54095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67496C9C-BCA0-4DF4-ACE0-7D633AD96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12" y="3359414"/>
            <a:ext cx="6873775" cy="1999117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b="1" dirty="0">
                <a:solidFill>
                  <a:schemeClr val="tx1"/>
                </a:solidFill>
              </a:rPr>
              <a:t>OPLOSSING</a:t>
            </a:r>
          </a:p>
          <a:p>
            <a:pPr marL="0" indent="0">
              <a:buNone/>
            </a:pPr>
            <a:r>
              <a:rPr lang="nl-NL" dirty="0" err="1">
                <a:solidFill>
                  <a:schemeClr val="tx1"/>
                </a:solidFill>
              </a:rPr>
              <a:t>Vw’n</a:t>
            </a:r>
            <a:r>
              <a:rPr lang="nl-NL" dirty="0">
                <a:solidFill>
                  <a:schemeClr val="tx1"/>
                </a:solidFill>
              </a:rPr>
              <a:t> Vlaamse woonbonus (gen 1) ok voor M&amp;V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Uitgaven eigen woning =&gt; vak IX, I, lening 2014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Codes 3370 en 4370 (KA + intresten) : bedrag/partner 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Betaald (281.61) : € 6 500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Max korf/partner : € 2 280 (vast) + € 760 (10 jaar) = € 3 040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Belastingbesparing per partner : € 3 040 @ </a:t>
            </a:r>
            <a:r>
              <a:rPr lang="nl-NL" dirty="0" err="1">
                <a:solidFill>
                  <a:schemeClr val="tx1"/>
                </a:solidFill>
                <a:highlight>
                  <a:srgbClr val="FF00FF"/>
                </a:highlight>
              </a:rPr>
              <a:t>marg</a:t>
            </a:r>
            <a:r>
              <a:rPr lang="nl-NL" dirty="0">
                <a:solidFill>
                  <a:schemeClr val="tx1"/>
                </a:solidFill>
                <a:highlight>
                  <a:srgbClr val="FF00FF"/>
                </a:highlight>
              </a:rPr>
              <a:t> tarief</a:t>
            </a:r>
            <a:r>
              <a:rPr lang="nl-NL" dirty="0">
                <a:solidFill>
                  <a:schemeClr val="tx1"/>
                </a:solidFill>
              </a:rPr>
              <a:t> (</a:t>
            </a:r>
            <a:r>
              <a:rPr lang="nl-NL" dirty="0">
                <a:solidFill>
                  <a:schemeClr val="tx1"/>
                </a:solidFill>
                <a:highlight>
                  <a:srgbClr val="FF00FF"/>
                </a:highlight>
              </a:rPr>
              <a:t>30-50%</a:t>
            </a:r>
            <a:r>
              <a:rPr lang="nl-NL" dirty="0">
                <a:solidFill>
                  <a:schemeClr val="tx1"/>
                </a:solidFill>
              </a:rPr>
              <a:t>)</a:t>
            </a:r>
            <a:r>
              <a:rPr lang="nl-NL" b="1" dirty="0">
                <a:solidFill>
                  <a:schemeClr val="tx1"/>
                </a:solidFill>
                <a:highlight>
                  <a:srgbClr val="FF00FF"/>
                </a:highlight>
              </a:rPr>
              <a:t> </a:t>
            </a: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14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5B8FAC7-97BF-4AAE-AF94-69C5B5B64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856834"/>
            <a:ext cx="6887887" cy="448165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929135DB-6BEB-4C0C-BBB0-C9AC54ADF6B9}"/>
              </a:ext>
            </a:extLst>
          </p:cNvPr>
          <p:cNvSpPr txBox="1"/>
          <p:nvPr/>
        </p:nvSpPr>
        <p:spPr>
          <a:xfrm>
            <a:off x="5311897" y="3304999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3 040,00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2516ADA5-D6AB-44D8-A961-0731C792B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155" y="3262809"/>
            <a:ext cx="1115665" cy="493819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D8BE295-72DD-4683-963E-B8ABC4431694}"/>
              </a:ext>
            </a:extLst>
          </p:cNvPr>
          <p:cNvSpPr txBox="1"/>
          <p:nvPr/>
        </p:nvSpPr>
        <p:spPr>
          <a:xfrm>
            <a:off x="5370030" y="422707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X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8FE624F-CD16-458E-B9CE-1A9D1886B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327" y="4558437"/>
            <a:ext cx="420660" cy="499915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0ABD4328-CCFC-4603-A022-1568398B0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829" y="4558436"/>
            <a:ext cx="420660" cy="499915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CFDE54E-9139-4575-9A35-88617546F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327" y="4195071"/>
            <a:ext cx="420660" cy="499915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6130FF47-B74F-4136-8849-F59FEEC59207}"/>
              </a:ext>
            </a:extLst>
          </p:cNvPr>
          <p:cNvSpPr txBox="1"/>
          <p:nvPr/>
        </p:nvSpPr>
        <p:spPr>
          <a:xfrm>
            <a:off x="5533751" y="49981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2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04061D-8AD5-4932-85C3-99F767DAF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599" y="4932846"/>
            <a:ext cx="39627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4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044"/>
    </mc:Choice>
    <mc:Fallback xmlns="">
      <p:transition spd="slow" advTm="38304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3° </a:t>
            </a:r>
            <a:r>
              <a:rPr lang="nl-NL" u="sng" dirty="0">
                <a:solidFill>
                  <a:schemeClr val="tx1"/>
                </a:solidFill>
              </a:rPr>
              <a:t>Hypothecaire lening afgesloten </a:t>
            </a:r>
            <a:r>
              <a:rPr lang="nl-NL" b="1" u="sng" dirty="0">
                <a:solidFill>
                  <a:schemeClr val="tx1"/>
                </a:solidFill>
                <a:highlight>
                  <a:srgbClr val="FFFF00"/>
                </a:highlight>
              </a:rPr>
              <a:t>in 2015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  “Vlaamse woonbonus </a:t>
            </a:r>
            <a:r>
              <a:rPr lang="nl-NL" dirty="0">
                <a:solidFill>
                  <a:schemeClr val="tx1"/>
                </a:solidFill>
                <a:highlight>
                  <a:srgbClr val="00FFFF"/>
                </a:highlight>
              </a:rPr>
              <a:t>generatie 2</a:t>
            </a:r>
            <a:r>
              <a:rPr lang="nl-NL" dirty="0">
                <a:solidFill>
                  <a:schemeClr val="tx1"/>
                </a:solidFill>
              </a:rPr>
              <a:t>” -&gt; enige, eigen woning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nl-NL" sz="2200" dirty="0">
                <a:solidFill>
                  <a:schemeClr val="tx1"/>
                </a:solidFill>
              </a:rPr>
              <a:t> belasting</a:t>
            </a:r>
            <a:r>
              <a:rPr lang="nl-NL" sz="2200" u="sng" dirty="0">
                <a:solidFill>
                  <a:schemeClr val="tx1"/>
                </a:solidFill>
              </a:rPr>
              <a:t>vermindering</a:t>
            </a:r>
            <a:r>
              <a:rPr lang="nl-NL" sz="2200" dirty="0">
                <a:solidFill>
                  <a:schemeClr val="tx1"/>
                </a:solidFill>
              </a:rPr>
              <a:t> 40% op aflossingen (intrest + KA) van  </a:t>
            </a:r>
          </a:p>
          <a:p>
            <a:pPr marL="0" indent="0">
              <a:buNone/>
            </a:pPr>
            <a:r>
              <a:rPr lang="nl-NL" sz="2200" dirty="0">
                <a:solidFill>
                  <a:schemeClr val="tx1"/>
                </a:solidFill>
              </a:rPr>
              <a:t>      maximaal € 1 520 (vast) + € 760 (10 jaar) + € 80 (min 3 </a:t>
            </a:r>
            <a:r>
              <a:rPr lang="nl-NL" sz="2200" dirty="0" err="1">
                <a:solidFill>
                  <a:schemeClr val="tx1"/>
                </a:solidFill>
              </a:rPr>
              <a:t>ktl</a:t>
            </a:r>
            <a:r>
              <a:rPr lang="nl-NL" sz="22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nl-NL" sz="2200" dirty="0">
              <a:solidFill>
                <a:schemeClr val="tx1"/>
              </a:solidFill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nl-NL" sz="2200" dirty="0">
                <a:solidFill>
                  <a:schemeClr val="tx1"/>
                </a:solidFill>
              </a:rPr>
              <a:t> maximale belastingvoordeel : € 2 360 x </a:t>
            </a:r>
            <a:r>
              <a:rPr lang="nl-NL" sz="2200" b="1" dirty="0">
                <a:solidFill>
                  <a:schemeClr val="tx1"/>
                </a:solidFill>
                <a:highlight>
                  <a:srgbClr val="FF00FF"/>
                </a:highlight>
              </a:rPr>
              <a:t>40%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b="1" dirty="0">
                <a:solidFill>
                  <a:schemeClr val="tx1"/>
                </a:solidFill>
              </a:rPr>
              <a:t>€ 944</a:t>
            </a:r>
          </a:p>
          <a:p>
            <a:pPr marL="0" indent="0">
              <a:buNone/>
            </a:pPr>
            <a:endParaRPr lang="nl-NL" sz="17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15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93FEF35-9A3B-48AD-B9D7-7832EE4CA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06" y="1628800"/>
            <a:ext cx="7159869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3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357"/>
    </mc:Choice>
    <mc:Fallback xmlns="">
      <p:transition spd="slow" advTm="33735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b="1" dirty="0">
                <a:solidFill>
                  <a:schemeClr val="tx1"/>
                </a:solidFill>
              </a:rPr>
              <a:t>Voorbeeld  </a:t>
            </a:r>
            <a:endParaRPr lang="nl-NL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16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6AB23D3-B78F-408E-B737-0E1B5D43B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26" y="1124744"/>
            <a:ext cx="6782747" cy="4752528"/>
          </a:xfrm>
          <a:prstGeom prst="rect">
            <a:avLst/>
          </a:prstGeom>
        </p:spPr>
      </p:pic>
      <p:sp useBgFill="1">
        <p:nvSpPr>
          <p:cNvPr id="5" name="Tekstvak 4">
            <a:extLst>
              <a:ext uri="{FF2B5EF4-FFF2-40B4-BE49-F238E27FC236}">
                <a16:creationId xmlns:a16="http://schemas.microsoft.com/office/drawing/2014/main" id="{139170CC-E9F3-4BAB-B8D8-A086E6C756D2}"/>
              </a:ext>
            </a:extLst>
          </p:cNvPr>
          <p:cNvSpPr txBox="1"/>
          <p:nvPr/>
        </p:nvSpPr>
        <p:spPr>
          <a:xfrm flipH="1">
            <a:off x="1897915" y="3141000"/>
            <a:ext cx="576000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7" name="Tekstvak 6">
            <a:extLst>
              <a:ext uri="{FF2B5EF4-FFF2-40B4-BE49-F238E27FC236}">
                <a16:creationId xmlns:a16="http://schemas.microsoft.com/office/drawing/2014/main" id="{1B7E5C06-7E54-4720-A625-2E491DA82CB9}"/>
              </a:ext>
            </a:extLst>
          </p:cNvPr>
          <p:cNvSpPr txBox="1"/>
          <p:nvPr/>
        </p:nvSpPr>
        <p:spPr>
          <a:xfrm flipH="1">
            <a:off x="5292080" y="4653136"/>
            <a:ext cx="576064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8" name="Tekstvak 7">
            <a:extLst>
              <a:ext uri="{FF2B5EF4-FFF2-40B4-BE49-F238E27FC236}">
                <a16:creationId xmlns:a16="http://schemas.microsoft.com/office/drawing/2014/main" id="{0325BE32-B719-420B-B967-5C3F3ACC599F}"/>
              </a:ext>
            </a:extLst>
          </p:cNvPr>
          <p:cNvSpPr txBox="1"/>
          <p:nvPr/>
        </p:nvSpPr>
        <p:spPr>
          <a:xfrm flipH="1">
            <a:off x="1331640" y="5085184"/>
            <a:ext cx="576064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9" name="Tekstvak 8">
            <a:extLst>
              <a:ext uri="{FF2B5EF4-FFF2-40B4-BE49-F238E27FC236}">
                <a16:creationId xmlns:a16="http://schemas.microsoft.com/office/drawing/2014/main" id="{DE4113E7-409A-42EA-89DB-76D380333053}"/>
              </a:ext>
            </a:extLst>
          </p:cNvPr>
          <p:cNvSpPr txBox="1"/>
          <p:nvPr/>
        </p:nvSpPr>
        <p:spPr>
          <a:xfrm flipH="1">
            <a:off x="4355976" y="2420888"/>
            <a:ext cx="1440000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tem 2024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5816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016"/>
    </mc:Choice>
    <mc:Fallback xmlns="">
      <p:transition spd="slow" advTm="20701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7A36DCBE-C6E2-4022-BAA1-2AA4B1EF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75" y="4267795"/>
            <a:ext cx="7730398" cy="1670449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B42179AD-CB68-4829-B9F2-6F2A6BA4A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64" y="1679400"/>
            <a:ext cx="7728859" cy="1665766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9"/>
            <a:ext cx="8136903" cy="547260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nl-NL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u="sng" dirty="0">
                <a:solidFill>
                  <a:schemeClr val="tx1"/>
                </a:solidFill>
              </a:rPr>
              <a:t>Fiche 281.62 M (2021)</a:t>
            </a: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u="sng" dirty="0">
                <a:solidFill>
                  <a:schemeClr val="tx1"/>
                </a:solidFill>
              </a:rPr>
              <a:t>Fiche 281.62 V (2021)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17</a:t>
            </a:fld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66682F02-7EC2-4D7A-90E7-418B7D50A4C2}"/>
              </a:ext>
            </a:extLst>
          </p:cNvPr>
          <p:cNvSpPr txBox="1"/>
          <p:nvPr/>
        </p:nvSpPr>
        <p:spPr>
          <a:xfrm>
            <a:off x="3275856" y="3054267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1 000,00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4CF0180A-6109-47C9-AE5A-5837B1D06CE7}"/>
              </a:ext>
            </a:extLst>
          </p:cNvPr>
          <p:cNvSpPr txBox="1"/>
          <p:nvPr/>
        </p:nvSpPr>
        <p:spPr>
          <a:xfrm>
            <a:off x="3275856" y="5646439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950,00</a:t>
            </a:r>
          </a:p>
        </p:txBody>
      </p:sp>
      <p:sp useBgFill="1">
        <p:nvSpPr>
          <p:cNvPr id="10" name="Tekstvak 9">
            <a:extLst>
              <a:ext uri="{FF2B5EF4-FFF2-40B4-BE49-F238E27FC236}">
                <a16:creationId xmlns:a16="http://schemas.microsoft.com/office/drawing/2014/main" id="{C3923C10-9436-4C0D-9222-DEC92C9915CF}"/>
              </a:ext>
            </a:extLst>
          </p:cNvPr>
          <p:cNvSpPr txBox="1"/>
          <p:nvPr/>
        </p:nvSpPr>
        <p:spPr>
          <a:xfrm flipH="1">
            <a:off x="2627784" y="1181534"/>
            <a:ext cx="576000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11" name="Tekstvak 10">
            <a:extLst>
              <a:ext uri="{FF2B5EF4-FFF2-40B4-BE49-F238E27FC236}">
                <a16:creationId xmlns:a16="http://schemas.microsoft.com/office/drawing/2014/main" id="{B3BEB1AA-7E9B-42E3-B786-80F95B079346}"/>
              </a:ext>
            </a:extLst>
          </p:cNvPr>
          <p:cNvSpPr txBox="1"/>
          <p:nvPr/>
        </p:nvSpPr>
        <p:spPr>
          <a:xfrm flipH="1">
            <a:off x="2483768" y="3701697"/>
            <a:ext cx="576000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3533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016"/>
    </mc:Choice>
    <mc:Fallback xmlns="">
      <p:transition spd="slow" advTm="20701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078B9A93-1413-4563-8624-2D6942BB7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597852"/>
            <a:ext cx="7157324" cy="2627407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Max korf/partner AJ 2025 :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€ 1 520 (vast) + € 760 (10 jaar) = € 2 280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Opletten hier !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Koppel heeft slechts € 3 660 </a:t>
            </a:r>
            <a:r>
              <a:rPr lang="nl-NL" dirty="0" err="1">
                <a:solidFill>
                  <a:schemeClr val="tx1"/>
                </a:solidFill>
              </a:rPr>
              <a:t>KA+intr</a:t>
            </a:r>
            <a:r>
              <a:rPr lang="nl-NL" dirty="0">
                <a:solidFill>
                  <a:schemeClr val="tx1"/>
                </a:solidFill>
              </a:rPr>
              <a:t> betaald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nl-NL" dirty="0">
                <a:solidFill>
                  <a:schemeClr val="tx1"/>
                </a:solidFill>
              </a:rPr>
              <a:t>Max 3 660 op codes x360 =&gt; saldo via codes x361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Belastingbesparing per partner : € 2 280 @ </a:t>
            </a:r>
            <a:r>
              <a:rPr lang="nl-NL" b="1" dirty="0">
                <a:solidFill>
                  <a:schemeClr val="tx1"/>
                </a:solidFill>
                <a:highlight>
                  <a:srgbClr val="FF00FF"/>
                </a:highlight>
              </a:rPr>
              <a:t>40%</a:t>
            </a:r>
            <a:r>
              <a:rPr lang="nl-NL" dirty="0">
                <a:solidFill>
                  <a:schemeClr val="tx1"/>
                </a:solidFill>
              </a:rPr>
              <a:t> = </a:t>
            </a:r>
            <a:r>
              <a:rPr lang="nl-NL" b="1" dirty="0">
                <a:solidFill>
                  <a:schemeClr val="tx1"/>
                </a:solidFill>
              </a:rPr>
              <a:t>€ 912</a:t>
            </a:r>
          </a:p>
          <a:p>
            <a:pPr marL="0" indent="0">
              <a:buNone/>
            </a:pPr>
            <a:endParaRPr lang="nl-NL" sz="17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18</a:t>
            </a:fld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1FF49BE-522E-49EA-BFFE-D1E725CD5E17}"/>
              </a:ext>
            </a:extLst>
          </p:cNvPr>
          <p:cNvSpPr txBox="1"/>
          <p:nvPr/>
        </p:nvSpPr>
        <p:spPr>
          <a:xfrm>
            <a:off x="5312182" y="2812512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2 280,00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EAE9B31-4D1A-47DC-9F71-1B2538489B89}"/>
              </a:ext>
            </a:extLst>
          </p:cNvPr>
          <p:cNvSpPr txBox="1"/>
          <p:nvPr/>
        </p:nvSpPr>
        <p:spPr>
          <a:xfrm>
            <a:off x="5380352" y="444248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X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913F418-4A24-4A7D-8A91-99C5C0649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301" y="4461276"/>
            <a:ext cx="425853" cy="499915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9E881174-C155-4D80-A120-7F8368C5E814}"/>
              </a:ext>
            </a:extLst>
          </p:cNvPr>
          <p:cNvSpPr txBox="1"/>
          <p:nvPr/>
        </p:nvSpPr>
        <p:spPr>
          <a:xfrm>
            <a:off x="5523618" y="485592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2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7AE507C-FB0F-4155-9F6A-DAFA45622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764" y="4835235"/>
            <a:ext cx="396274" cy="499915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3A9EBD86-911C-4EA4-8DD9-1020CA729804}"/>
              </a:ext>
            </a:extLst>
          </p:cNvPr>
          <p:cNvSpPr txBox="1"/>
          <p:nvPr/>
        </p:nvSpPr>
        <p:spPr>
          <a:xfrm>
            <a:off x="6841617" y="2738336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1 380,00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7127FBA-406B-4878-AD08-914116A6A304}"/>
              </a:ext>
            </a:extLst>
          </p:cNvPr>
          <p:cNvSpPr txBox="1"/>
          <p:nvPr/>
        </p:nvSpPr>
        <p:spPr>
          <a:xfrm>
            <a:off x="6886087" y="3133842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  900,00</a:t>
            </a:r>
          </a:p>
        </p:txBody>
      </p:sp>
    </p:spTree>
    <p:extLst>
      <p:ext uri="{BB962C8B-B14F-4D97-AF65-F5344CB8AC3E}">
        <p14:creationId xmlns:p14="http://schemas.microsoft.com/office/powerpoint/2010/main" val="254991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632"/>
    </mc:Choice>
    <mc:Fallback xmlns="">
      <p:transition spd="slow" advTm="37263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4° </a:t>
            </a:r>
            <a:r>
              <a:rPr lang="nl-NL" u="sng" dirty="0">
                <a:solidFill>
                  <a:schemeClr val="tx1"/>
                </a:solidFill>
              </a:rPr>
              <a:t>Hypothecaire lening afgesloten </a:t>
            </a:r>
            <a:r>
              <a:rPr lang="nl-NL" b="1" u="sng" dirty="0">
                <a:solidFill>
                  <a:schemeClr val="tx1"/>
                </a:solidFill>
                <a:highlight>
                  <a:srgbClr val="FFFF00"/>
                </a:highlight>
              </a:rPr>
              <a:t>vanaf 1.1.2016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 “Vlaamse geïntegreerde woonbonus” -&gt; eigen woning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nl-NL" sz="2200" dirty="0">
                <a:solidFill>
                  <a:schemeClr val="tx1"/>
                </a:solidFill>
              </a:rPr>
              <a:t>belasting</a:t>
            </a:r>
            <a:r>
              <a:rPr lang="nl-NL" sz="2200" u="sng" dirty="0">
                <a:solidFill>
                  <a:schemeClr val="tx1"/>
                </a:solidFill>
              </a:rPr>
              <a:t>vermindering</a:t>
            </a:r>
            <a:r>
              <a:rPr lang="nl-NL" sz="2200" dirty="0">
                <a:solidFill>
                  <a:schemeClr val="tx1"/>
                </a:solidFill>
              </a:rPr>
              <a:t> 40% op aflossingen (intrest + KA) van maximaal € 1 520 (vast) + € 760 (10 jaar) + € 80 (min 3 </a:t>
            </a:r>
            <a:r>
              <a:rPr lang="nl-NL" sz="2200" dirty="0" err="1">
                <a:solidFill>
                  <a:schemeClr val="tx1"/>
                </a:solidFill>
              </a:rPr>
              <a:t>ktl</a:t>
            </a:r>
            <a:r>
              <a:rPr lang="nl-NL" sz="2200" dirty="0">
                <a:solidFill>
                  <a:schemeClr val="tx1"/>
                </a:solidFill>
              </a:rPr>
              <a:t>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nl-NL" sz="2200" dirty="0">
                <a:solidFill>
                  <a:schemeClr val="tx1"/>
                </a:solidFill>
              </a:rPr>
              <a:t>Maximale belastingvoordeel : € 2 360 x </a:t>
            </a:r>
            <a:r>
              <a:rPr lang="nl-NL" sz="2200" b="1" dirty="0">
                <a:solidFill>
                  <a:schemeClr val="tx1"/>
                </a:solidFill>
                <a:highlight>
                  <a:srgbClr val="FF00FF"/>
                </a:highlight>
              </a:rPr>
              <a:t>40%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b="1" dirty="0">
                <a:solidFill>
                  <a:schemeClr val="tx1"/>
                </a:solidFill>
              </a:rPr>
              <a:t>€ 944</a:t>
            </a:r>
          </a:p>
          <a:p>
            <a:pPr marL="0" indent="0">
              <a:buNone/>
            </a:pPr>
            <a:endParaRPr lang="nl-NL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sz="2200" dirty="0">
                <a:solidFill>
                  <a:schemeClr val="tx1"/>
                </a:solidFill>
              </a:rPr>
              <a:t>Voorbeeld 2 </a:t>
            </a:r>
            <a:r>
              <a:rPr lang="nl-NL" sz="2200" dirty="0" err="1">
                <a:solidFill>
                  <a:schemeClr val="tx1"/>
                </a:solidFill>
              </a:rPr>
              <a:t>blz</a:t>
            </a:r>
            <a:r>
              <a:rPr lang="nl-NL" sz="2200" dirty="0">
                <a:solidFill>
                  <a:schemeClr val="tx1"/>
                </a:solidFill>
              </a:rPr>
              <a:t> 337 : oplossing AJ 2025</a:t>
            </a:r>
          </a:p>
          <a:p>
            <a:pPr marL="0" indent="0">
              <a:buNone/>
            </a:pPr>
            <a:r>
              <a:rPr lang="nl-NL" sz="2200" dirty="0">
                <a:solidFill>
                  <a:schemeClr val="tx1"/>
                </a:solidFill>
              </a:rPr>
              <a:t> zie volgende dia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19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1F4931B-9EC3-47EF-A6AF-432E70D77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84784"/>
            <a:ext cx="6370872" cy="24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8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076"/>
    </mc:Choice>
    <mc:Fallback xmlns="">
      <p:transition spd="slow" advTm="26607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200" b="1" dirty="0">
                <a:solidFill>
                  <a:schemeClr val="tx1"/>
                </a:solidFill>
              </a:rPr>
              <a:t>Voorbeeld 2 </a:t>
            </a:r>
            <a:r>
              <a:rPr lang="nl-NL" sz="2200" b="1" dirty="0" err="1">
                <a:solidFill>
                  <a:schemeClr val="tx1"/>
                </a:solidFill>
              </a:rPr>
              <a:t>blz</a:t>
            </a:r>
            <a:r>
              <a:rPr lang="nl-NL" sz="2200" b="1" dirty="0">
                <a:solidFill>
                  <a:schemeClr val="tx1"/>
                </a:solidFill>
              </a:rPr>
              <a:t> 337</a:t>
            </a:r>
          </a:p>
          <a:p>
            <a:pPr marL="0" indent="0">
              <a:buNone/>
            </a:pPr>
            <a:endParaRPr lang="nl-NL" sz="1400" b="1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20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0799762-3CA0-4C5F-8061-6C365E876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72219"/>
            <a:ext cx="6912768" cy="404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6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076"/>
    </mc:Choice>
    <mc:Fallback xmlns="">
      <p:transition spd="slow" advTm="26607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b="1" dirty="0">
                <a:solidFill>
                  <a:schemeClr val="tx1"/>
                </a:solidFill>
              </a:rPr>
              <a:t>OPLOSSING</a:t>
            </a:r>
          </a:p>
          <a:p>
            <a:pPr marL="0" indent="0">
              <a:buNone/>
            </a:pPr>
            <a:r>
              <a:rPr lang="nl-NL" dirty="0" err="1">
                <a:solidFill>
                  <a:schemeClr val="tx1"/>
                </a:solidFill>
              </a:rPr>
              <a:t>Vw’n</a:t>
            </a:r>
            <a:r>
              <a:rPr lang="nl-NL" dirty="0">
                <a:solidFill>
                  <a:schemeClr val="tx1"/>
                </a:solidFill>
              </a:rPr>
              <a:t> Vlaamse geïntegreerde woonbonus : ok voor M&amp;V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Uitgaven eigen woning =&gt; vak IX, I, lening 2019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Codes 3334/4334, maar welke bedragen ?</a:t>
            </a:r>
          </a:p>
          <a:p>
            <a:pPr marL="0" indent="0">
              <a:buNone/>
            </a:pPr>
            <a:r>
              <a:rPr lang="nl-NL" u="sng" dirty="0">
                <a:solidFill>
                  <a:schemeClr val="tx1"/>
                </a:solidFill>
              </a:rPr>
              <a:t>Fiche 281.61 </a:t>
            </a:r>
            <a:r>
              <a:rPr lang="nl-NL" dirty="0">
                <a:solidFill>
                  <a:schemeClr val="tx1"/>
                </a:solidFill>
              </a:rPr>
              <a:t>(2021) :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u="sng" dirty="0">
                <a:solidFill>
                  <a:schemeClr val="tx1"/>
                </a:solidFill>
              </a:rPr>
              <a:t>Fiche 281.62 </a:t>
            </a:r>
            <a:r>
              <a:rPr lang="nl-NL" dirty="0">
                <a:solidFill>
                  <a:schemeClr val="tx1"/>
                </a:solidFill>
              </a:rPr>
              <a:t>(2021)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Premie SSV M : € 1 000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Premie SSV V : € 950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21</a:t>
            </a:fld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4594013-66CA-46DD-875D-1AF2DC7E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51" y="2569550"/>
            <a:ext cx="6984776" cy="2088232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F35043C0-C683-42A2-A0A0-4DAE24D31694}"/>
              </a:ext>
            </a:extLst>
          </p:cNvPr>
          <p:cNvSpPr txBox="1"/>
          <p:nvPr/>
        </p:nvSpPr>
        <p:spPr>
          <a:xfrm>
            <a:off x="6067146" y="3613666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2 090,00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F8D3CD2-A596-4E87-82E3-504D320FB2A3}"/>
              </a:ext>
            </a:extLst>
          </p:cNvPr>
          <p:cNvSpPr txBox="1"/>
          <p:nvPr/>
        </p:nvSpPr>
        <p:spPr>
          <a:xfrm>
            <a:off x="6127576" y="3188759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1 570,00</a:t>
            </a:r>
          </a:p>
        </p:txBody>
      </p:sp>
      <p:sp useBgFill="1">
        <p:nvSpPr>
          <p:cNvPr id="9" name="Tekstvak 8">
            <a:extLst>
              <a:ext uri="{FF2B5EF4-FFF2-40B4-BE49-F238E27FC236}">
                <a16:creationId xmlns:a16="http://schemas.microsoft.com/office/drawing/2014/main" id="{8FA6747E-FD28-4F8F-985A-EC0D8E0EFF04}"/>
              </a:ext>
            </a:extLst>
          </p:cNvPr>
          <p:cNvSpPr txBox="1"/>
          <p:nvPr/>
        </p:nvSpPr>
        <p:spPr>
          <a:xfrm flipH="1">
            <a:off x="2123728" y="2157550"/>
            <a:ext cx="576000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  <p:sp useBgFill="1">
        <p:nvSpPr>
          <p:cNvPr id="10" name="Tekstvak 9">
            <a:extLst>
              <a:ext uri="{FF2B5EF4-FFF2-40B4-BE49-F238E27FC236}">
                <a16:creationId xmlns:a16="http://schemas.microsoft.com/office/drawing/2014/main" id="{3F29F13D-24C7-4D62-8DDE-01EA75726757}"/>
              </a:ext>
            </a:extLst>
          </p:cNvPr>
          <p:cNvSpPr txBox="1"/>
          <p:nvPr/>
        </p:nvSpPr>
        <p:spPr>
          <a:xfrm flipH="1">
            <a:off x="2123728" y="4672831"/>
            <a:ext cx="576000" cy="28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BE" sz="1400" dirty="0"/>
              <a:t>2024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272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280"/>
    </mc:Choice>
    <mc:Fallback xmlns="">
      <p:transition spd="slow" advTm="7028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>
            <a:extLst>
              <a:ext uri="{FF2B5EF4-FFF2-40B4-BE49-F238E27FC236}">
                <a16:creationId xmlns:a16="http://schemas.microsoft.com/office/drawing/2014/main" id="{D0BA30BD-1D32-486A-A14F-2281E78CAE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35"/>
          <a:stretch/>
        </p:blipFill>
        <p:spPr>
          <a:xfrm>
            <a:off x="938311" y="2960277"/>
            <a:ext cx="7162081" cy="23502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Max korf/partner AJ 2025 :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€ 1 520 (vast) + € 760 (10 jaar) = € 2 280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Opletten hier !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koppel heeft in totaal € 3 660 </a:t>
            </a:r>
            <a:r>
              <a:rPr lang="nl-NL" dirty="0" err="1">
                <a:solidFill>
                  <a:schemeClr val="tx1"/>
                </a:solidFill>
              </a:rPr>
              <a:t>KA+intr</a:t>
            </a:r>
            <a:r>
              <a:rPr lang="nl-NL" dirty="0">
                <a:solidFill>
                  <a:schemeClr val="tx1"/>
                </a:solidFill>
              </a:rPr>
              <a:t> betaald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In codes 3334/4334 kan dan ook max € 3 660 staan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Dus : 1 partner krijgt max van € 2 280 in x334, saldo (€ 900) via code x335 (premie SSV)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900" dirty="0">
              <a:solidFill>
                <a:schemeClr val="tx1"/>
              </a:solidFill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nl-NL" sz="2200" dirty="0">
                <a:solidFill>
                  <a:schemeClr val="tx1"/>
                </a:solidFill>
              </a:rPr>
              <a:t>Maximale belastingvoordeel : € 2 280 x </a:t>
            </a:r>
            <a:r>
              <a:rPr lang="nl-NL" sz="2200" b="1" dirty="0">
                <a:solidFill>
                  <a:schemeClr val="tx1"/>
                </a:solidFill>
                <a:highlight>
                  <a:srgbClr val="FF00FF"/>
                </a:highlight>
              </a:rPr>
              <a:t>40%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b="1" dirty="0">
                <a:solidFill>
                  <a:schemeClr val="tx1"/>
                </a:solidFill>
              </a:rPr>
              <a:t>€ 912</a:t>
            </a:r>
          </a:p>
          <a:p>
            <a:pPr marL="0" indent="0">
              <a:buNone/>
            </a:pPr>
            <a:endParaRPr lang="nl-NL" sz="17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22</a:t>
            </a:fld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6DDA894D-6D18-4157-91A0-63254034E412}"/>
              </a:ext>
            </a:extLst>
          </p:cNvPr>
          <p:cNvSpPr txBox="1"/>
          <p:nvPr/>
        </p:nvSpPr>
        <p:spPr>
          <a:xfrm>
            <a:off x="5436096" y="3373425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2 280,00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4CDD235E-451E-4A98-8D92-794908880B3B}"/>
              </a:ext>
            </a:extLst>
          </p:cNvPr>
          <p:cNvSpPr txBox="1"/>
          <p:nvPr/>
        </p:nvSpPr>
        <p:spPr>
          <a:xfrm>
            <a:off x="7086973" y="3645024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 900,00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1BF0E49-0CB9-47D8-B342-7A3B8B42208D}"/>
              </a:ext>
            </a:extLst>
          </p:cNvPr>
          <p:cNvSpPr txBox="1"/>
          <p:nvPr/>
        </p:nvSpPr>
        <p:spPr>
          <a:xfrm>
            <a:off x="7067478" y="3373425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1 380,00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21360D-ADAF-4322-A716-1AFC7237FD0A}"/>
              </a:ext>
            </a:extLst>
          </p:cNvPr>
          <p:cNvSpPr txBox="1"/>
          <p:nvPr/>
        </p:nvSpPr>
        <p:spPr>
          <a:xfrm>
            <a:off x="5614421" y="4571836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x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B5DBBF7-1438-4D9B-B7DC-0B0CFC18E8F4}"/>
              </a:ext>
            </a:extLst>
          </p:cNvPr>
          <p:cNvSpPr txBox="1"/>
          <p:nvPr/>
        </p:nvSpPr>
        <p:spPr>
          <a:xfrm>
            <a:off x="7164288" y="4580094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x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2EAB1478-8831-4363-8100-70211BB950C2}"/>
              </a:ext>
            </a:extLst>
          </p:cNvPr>
          <p:cNvSpPr txBox="1"/>
          <p:nvPr/>
        </p:nvSpPr>
        <p:spPr>
          <a:xfrm>
            <a:off x="5614421" y="4941168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2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A7F4339-09EE-416A-9240-FCD21B7B2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259" y="4921584"/>
            <a:ext cx="390178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3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239"/>
    </mc:Choice>
    <mc:Fallback xmlns="">
      <p:transition spd="slow" advTm="19023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136903" cy="5505475"/>
          </a:xfrm>
          <a:ln>
            <a:solidFill>
              <a:schemeClr val="accent1"/>
            </a:solidFill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nl-NL" sz="4400" b="1" u="sng" dirty="0">
                <a:solidFill>
                  <a:srgbClr val="FF0000"/>
                </a:solidFill>
              </a:rPr>
              <a:t>VAK IX </a:t>
            </a:r>
            <a:r>
              <a:rPr lang="nl-NL" sz="4400" b="1" dirty="0">
                <a:solidFill>
                  <a:srgbClr val="FF0000"/>
                </a:solidFill>
              </a:rPr>
              <a:t>: II. </a:t>
            </a:r>
            <a:r>
              <a:rPr lang="nl-NL" sz="4400" b="1" u="sng" dirty="0">
                <a:solidFill>
                  <a:srgbClr val="FF0000"/>
                </a:solidFill>
              </a:rPr>
              <a:t>FEDERALE </a:t>
            </a:r>
            <a:r>
              <a:rPr lang="nl-NL" sz="4400" b="1" dirty="0">
                <a:solidFill>
                  <a:srgbClr val="FF0000"/>
                </a:solidFill>
              </a:rPr>
              <a:t>					   </a:t>
            </a:r>
            <a:r>
              <a:rPr lang="nl-NL" sz="4400" b="1" u="sng" dirty="0">
                <a:solidFill>
                  <a:srgbClr val="FF0000"/>
                </a:solidFill>
              </a:rPr>
              <a:t>belastingvoordelen</a:t>
            </a:r>
            <a:endParaRPr lang="nl-NL" sz="4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23</a:t>
            </a:fld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BD35C5-C179-4436-BC28-136D648299AB}"/>
              </a:ext>
            </a:extLst>
          </p:cNvPr>
          <p:cNvSpPr txBox="1"/>
          <p:nvPr/>
        </p:nvSpPr>
        <p:spPr>
          <a:xfrm rot="20670225">
            <a:off x="289038" y="1479605"/>
            <a:ext cx="23278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b="1" dirty="0">
                <a:highlight>
                  <a:srgbClr val="FF0000"/>
                </a:highlight>
              </a:rPr>
              <a:t>2de verblijf, </a:t>
            </a:r>
          </a:p>
          <a:p>
            <a:r>
              <a:rPr lang="nl-BE" sz="2400" b="1" dirty="0">
                <a:highlight>
                  <a:srgbClr val="FF0000"/>
                </a:highlight>
              </a:rPr>
              <a:t>3</a:t>
            </a:r>
            <a:r>
              <a:rPr lang="nl-BE" sz="2400" b="1" baseline="30000" dirty="0">
                <a:highlight>
                  <a:srgbClr val="FF0000"/>
                </a:highlight>
              </a:rPr>
              <a:t>de</a:t>
            </a:r>
            <a:r>
              <a:rPr lang="nl-BE" sz="2400" b="1" dirty="0">
                <a:highlight>
                  <a:srgbClr val="FF0000"/>
                </a:highlight>
              </a:rPr>
              <a:t> eigendom,…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DB558C4-C443-43E6-83DA-482376C32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590727"/>
            <a:ext cx="6120680" cy="341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2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964"/>
    </mc:Choice>
    <mc:Fallback xmlns="">
      <p:transition spd="slow" advTm="217964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280920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3200" u="sng" dirty="0">
                <a:solidFill>
                  <a:schemeClr val="tx1"/>
                </a:solidFill>
              </a:rPr>
              <a:t>Intro</a:t>
            </a:r>
            <a:r>
              <a:rPr lang="nl-NL" sz="3200" dirty="0">
                <a:solidFill>
                  <a:schemeClr val="tx1"/>
                </a:solidFill>
              </a:rPr>
              <a:t> :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Leningen afgesloten </a:t>
            </a:r>
            <a:r>
              <a:rPr lang="nl-NL" b="1" dirty="0">
                <a:solidFill>
                  <a:schemeClr val="tx1"/>
                </a:solidFill>
              </a:rPr>
              <a:t>vóór 1.1.2020 </a:t>
            </a:r>
            <a:r>
              <a:rPr lang="nl-NL" dirty="0">
                <a:solidFill>
                  <a:schemeClr val="tx1"/>
                </a:solidFill>
              </a:rPr>
              <a:t>: bestaande belastingvoordelen lopen verder (3 types woonbonus) 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Leningen afgesloten </a:t>
            </a:r>
            <a:r>
              <a:rPr lang="nl-NL" b="1" dirty="0">
                <a:solidFill>
                  <a:schemeClr val="tx1"/>
                </a:solidFill>
              </a:rPr>
              <a:t>vanaf 1.1.2020 </a:t>
            </a:r>
            <a:r>
              <a:rPr lang="nl-NL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	afschaffing Vlaamse woonbonus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nl-NL" dirty="0">
                <a:solidFill>
                  <a:schemeClr val="tx1"/>
                </a:solidFill>
              </a:rPr>
              <a:t>Géén fiscaal voordeel meer voor eigen woning (</a:t>
            </a:r>
            <a:r>
              <a:rPr lang="nl-NL" b="1" dirty="0">
                <a:solidFill>
                  <a:srgbClr val="00B050"/>
                </a:solidFill>
              </a:rPr>
              <a:t>GEWEST</a:t>
            </a:r>
            <a:r>
              <a:rPr lang="nl-NL" dirty="0">
                <a:solidFill>
                  <a:schemeClr val="tx1"/>
                </a:solidFill>
              </a:rPr>
              <a:t>)</a:t>
            </a:r>
            <a:endParaRPr lang="nl-NL" baseline="-25000" dirty="0">
              <a:solidFill>
                <a:schemeClr val="tx1"/>
              </a:solidFill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nl-NL" dirty="0">
                <a:solidFill>
                  <a:schemeClr val="tx1"/>
                </a:solidFill>
              </a:rPr>
              <a:t>Wél nog fiscaal voordeel voor ander vastgoed (niet zelf betrokken)  (</a:t>
            </a:r>
            <a:r>
              <a:rPr lang="nl-NL" b="1" dirty="0">
                <a:solidFill>
                  <a:srgbClr val="FF0000"/>
                </a:solidFill>
              </a:rPr>
              <a:t>FEDERAAL</a:t>
            </a:r>
            <a:r>
              <a:rPr lang="nl-NL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nl-NL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= gevolg van 6</a:t>
            </a:r>
            <a:r>
              <a:rPr lang="nl-NL" baseline="30000" dirty="0">
                <a:solidFill>
                  <a:schemeClr val="tx1"/>
                </a:solidFill>
              </a:rPr>
              <a:t>de</a:t>
            </a:r>
            <a:r>
              <a:rPr lang="nl-NL" dirty="0">
                <a:solidFill>
                  <a:schemeClr val="tx1"/>
                </a:solidFill>
              </a:rPr>
              <a:t> Staatshervorming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	(Gewesten bevoegd voor woonfiscaliteit)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24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92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846"/>
    </mc:Choice>
    <mc:Fallback xmlns="">
      <p:transition spd="slow" advTm="32884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280920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3200" u="sng" dirty="0">
                <a:solidFill>
                  <a:schemeClr val="tx1"/>
                </a:solidFill>
              </a:rPr>
              <a:t>Belastingvermindering niet-eigen woning</a:t>
            </a:r>
            <a:r>
              <a:rPr lang="nl-NL" sz="3200" dirty="0">
                <a:solidFill>
                  <a:schemeClr val="tx1"/>
                </a:solidFill>
              </a:rPr>
              <a:t> :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= belastingvermindering “</a:t>
            </a:r>
            <a:r>
              <a:rPr lang="nl-NL" dirty="0" err="1">
                <a:solidFill>
                  <a:schemeClr val="tx1"/>
                </a:solidFill>
              </a:rPr>
              <a:t>langetermijnsparen</a:t>
            </a:r>
            <a:r>
              <a:rPr lang="nl-NL" dirty="0">
                <a:solidFill>
                  <a:schemeClr val="tx1"/>
                </a:solidFill>
              </a:rPr>
              <a:t>”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b="1" dirty="0">
                <a:solidFill>
                  <a:schemeClr val="tx1"/>
                </a:solidFill>
                <a:highlight>
                  <a:srgbClr val="FF00FF"/>
                </a:highlight>
              </a:rPr>
              <a:t>30%</a:t>
            </a:r>
            <a:r>
              <a:rPr lang="nl-NL" dirty="0">
                <a:solidFill>
                  <a:schemeClr val="tx1"/>
                </a:solidFill>
              </a:rPr>
              <a:t> belastingvermindering op totaal van (kapitaalaflossingen + intresten + premies SSV) met max van € 2 350/persoon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nl-NL" dirty="0">
                <a:solidFill>
                  <a:schemeClr val="tx1"/>
                </a:solidFill>
              </a:rPr>
              <a:t>Max belastingvoordeel : </a:t>
            </a:r>
          </a:p>
          <a:p>
            <a:pPr marL="301943" lvl="1" indent="0">
              <a:buNone/>
            </a:pPr>
            <a:r>
              <a:rPr lang="nl-NL" sz="2400" dirty="0">
                <a:solidFill>
                  <a:schemeClr val="tx1"/>
                </a:solidFill>
              </a:rPr>
              <a:t>	30% op 2 350 = € 705/persoon</a:t>
            </a:r>
          </a:p>
          <a:p>
            <a:pPr marL="301943" lvl="1" indent="0">
              <a:buNone/>
            </a:pPr>
            <a:endParaRPr lang="nl-NL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sz="2600" dirty="0">
                <a:solidFill>
                  <a:schemeClr val="tx1"/>
                </a:solidFill>
              </a:rPr>
              <a:t>Bovendien : indien 2</a:t>
            </a:r>
            <a:r>
              <a:rPr lang="nl-NL" sz="2600" baseline="30000" dirty="0">
                <a:solidFill>
                  <a:schemeClr val="tx1"/>
                </a:solidFill>
              </a:rPr>
              <a:t>de</a:t>
            </a:r>
            <a:r>
              <a:rPr lang="nl-NL" sz="2600" dirty="0">
                <a:solidFill>
                  <a:schemeClr val="tx1"/>
                </a:solidFill>
              </a:rPr>
              <a:t> woning verhuurd is: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2600" dirty="0">
                <a:solidFill>
                  <a:schemeClr val="tx1"/>
                </a:solidFill>
              </a:rPr>
              <a:t>Onroerend inkomen via code x106 (geïnd KI x 1,40)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2600" dirty="0">
                <a:solidFill>
                  <a:schemeClr val="tx1"/>
                </a:solidFill>
              </a:rPr>
              <a:t>Recht op aftrek intresten ! (=vermindering OI)</a:t>
            </a:r>
            <a:br>
              <a:rPr lang="nl-NL" sz="2600" dirty="0">
                <a:solidFill>
                  <a:schemeClr val="tx1"/>
                </a:solidFill>
              </a:rPr>
            </a:br>
            <a:r>
              <a:rPr lang="nl-NL" sz="2600" dirty="0">
                <a:solidFill>
                  <a:schemeClr val="tx1"/>
                </a:solidFill>
              </a:rPr>
              <a:t>(afgeschaft vanaf IJ2025!)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25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15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738"/>
    </mc:Choice>
    <mc:Fallback xmlns="">
      <p:transition spd="slow" advTm="17473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467544" y="620688"/>
            <a:ext cx="8280920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600" u="sng" dirty="0">
                <a:solidFill>
                  <a:schemeClr val="tx1"/>
                </a:solidFill>
              </a:rPr>
              <a:t>MAAR</a:t>
            </a:r>
            <a:r>
              <a:rPr lang="nl-NL" sz="2600" dirty="0">
                <a:solidFill>
                  <a:schemeClr val="tx1"/>
                </a:solidFill>
              </a:rPr>
              <a:t> : er is ook een beperking </a:t>
            </a:r>
            <a:r>
              <a:rPr lang="nl-NL" sz="2600" dirty="0" err="1">
                <a:solidFill>
                  <a:schemeClr val="tx1"/>
                </a:solidFill>
              </a:rPr>
              <a:t>mbt</a:t>
            </a:r>
            <a:r>
              <a:rPr lang="nl-NL" sz="2600" dirty="0">
                <a:solidFill>
                  <a:schemeClr val="tx1"/>
                </a:solidFill>
              </a:rPr>
              <a:t> niet-eigen woning </a:t>
            </a:r>
          </a:p>
          <a:p>
            <a:pPr marL="0" indent="0">
              <a:buNone/>
            </a:pPr>
            <a:endParaRPr lang="nl-NL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BE" sz="2600" dirty="0">
                <a:solidFill>
                  <a:schemeClr val="tx1"/>
                </a:solidFill>
              </a:rPr>
              <a:t>Je beschikt over slechts 1 fiscale korf van € 2 350</a:t>
            </a:r>
          </a:p>
          <a:p>
            <a:pPr marL="0" indent="0">
              <a:buNone/>
            </a:pPr>
            <a:r>
              <a:rPr lang="nl-BE" sz="2600" dirty="0">
                <a:solidFill>
                  <a:schemeClr val="tx1"/>
                </a:solidFill>
              </a:rPr>
              <a:t>Als korf reeds opgevuld is voor AJ X (</a:t>
            </a:r>
            <a:r>
              <a:rPr lang="nl-BE" sz="2600" dirty="0" err="1">
                <a:solidFill>
                  <a:schemeClr val="tx1"/>
                </a:solidFill>
              </a:rPr>
              <a:t>bijv</a:t>
            </a:r>
            <a:r>
              <a:rPr lang="nl-BE" sz="2600" dirty="0">
                <a:solidFill>
                  <a:schemeClr val="tx1"/>
                </a:solidFill>
              </a:rPr>
              <a:t> door de woonbonus) dan levert de aftrek van de kapitaalaflossingen voor jouw 2</a:t>
            </a:r>
            <a:r>
              <a:rPr lang="nl-BE" sz="2600" baseline="30000" dirty="0">
                <a:solidFill>
                  <a:schemeClr val="tx1"/>
                </a:solidFill>
              </a:rPr>
              <a:t>de</a:t>
            </a:r>
            <a:r>
              <a:rPr lang="nl-BE" sz="2600" dirty="0">
                <a:solidFill>
                  <a:schemeClr val="tx1"/>
                </a:solidFill>
              </a:rPr>
              <a:t> woning geen fiscaal voordeel meer op</a:t>
            </a:r>
          </a:p>
          <a:p>
            <a:pPr marL="0" indent="0">
              <a:buNone/>
            </a:pPr>
            <a:endParaRPr lang="nl-BE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BE" sz="2600" dirty="0" err="1">
                <a:solidFill>
                  <a:schemeClr val="tx1"/>
                </a:solidFill>
              </a:rPr>
              <a:t>Maw</a:t>
            </a:r>
            <a:r>
              <a:rPr lang="nl-BE" sz="2600" dirty="0">
                <a:solidFill>
                  <a:schemeClr val="tx1"/>
                </a:solidFill>
              </a:rPr>
              <a:t> : fiscus geeft voorrang aan gewestelijke belastingvoordelen </a:t>
            </a:r>
            <a:endParaRPr lang="nl-NL" sz="26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>
                <a:solidFill>
                  <a:schemeClr val="tx1"/>
                </a:solidFill>
              </a:rPr>
              <a:t>26</a:t>
            </a:fld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51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572"/>
    </mc:Choice>
    <mc:Fallback xmlns="">
      <p:transition spd="slow" advTm="133572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034956-86B8-4887-9618-9162B383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27</a:t>
            </a:fld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E9171E75-E34F-4226-96B6-9E88A76C2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84784"/>
            <a:ext cx="739243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58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2F08AE0-2CDF-4E0C-A1B4-E0C7177D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28</a:t>
            </a:fld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F2C9D3F5-BE2D-43DD-89A9-89E39C2B0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53" y="1614234"/>
            <a:ext cx="6582694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46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8430F4C-76FE-4C35-A1C4-2127699A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29</a:t>
            </a:fld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94CCF6D0-3CB9-4A82-997C-25508E408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600" y="1633287"/>
            <a:ext cx="6620799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73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17A95B-67A9-4208-B443-93568F87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30</a:t>
            </a:fld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F06189D-4833-4B20-BEC6-4C43E4D87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52" y="1304628"/>
            <a:ext cx="7487695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48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6953997-4070-4799-9CE8-F43428D8B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31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C99E987-6BD7-4663-BDEC-5294AD5E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16832"/>
            <a:ext cx="7830692" cy="363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36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605CC52-458E-4E49-9509-DBF4260D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32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2573CBF-348D-4452-8DB9-6E4E53BC6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76" y="1556792"/>
            <a:ext cx="7897647" cy="4275060"/>
          </a:xfrm>
          <a:prstGeom prst="rect">
            <a:avLst/>
          </a:prstGeom>
        </p:spPr>
      </p:pic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51EC4E47-4941-B192-62F6-ECFEA49E9626}"/>
              </a:ext>
            </a:extLst>
          </p:cNvPr>
          <p:cNvCxnSpPr/>
          <p:nvPr/>
        </p:nvCxnSpPr>
        <p:spPr>
          <a:xfrm>
            <a:off x="1763688" y="5373216"/>
            <a:ext cx="48245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019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7AE07A4-9E39-43DC-B7FF-6F254233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33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5E36368-B8EB-4DDC-AF46-F9D768070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79" y="641825"/>
            <a:ext cx="7812360" cy="3867295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C437FE68-F98B-491B-B72C-4606FACC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90" y="4077072"/>
            <a:ext cx="7249537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7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00177FE-4977-45DA-A828-2DB8E65E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34</a:t>
            </a:fld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F8F22470-3AE7-42E6-A4AD-9CC70DE8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05" y="1561839"/>
            <a:ext cx="7268589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51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78F7DDA-2326-410C-B491-5F69D417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35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311DA56-A341-4227-9C73-30F5E6E89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564904"/>
            <a:ext cx="7001852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05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F0A521-5CB0-4A54-86A5-C549F4F9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36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385C6212-D3E8-4E56-867B-17576C12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00" y="1690445"/>
            <a:ext cx="6982799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83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1E6774B-76D4-4639-B906-B155A393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37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ECEF733-913E-468F-9F2F-F94077E3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63" y="1595181"/>
            <a:ext cx="6973273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211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46087B8-4BCE-4CDB-B6E6-99E1DDB3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38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FC196A9-5662-4449-AFEC-36C429C18F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-1" r="-907" b="13333"/>
          <a:stretch/>
        </p:blipFill>
        <p:spPr>
          <a:xfrm>
            <a:off x="827584" y="2204865"/>
            <a:ext cx="7488832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39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883F25F-5D97-4DAC-B7C6-690AF131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39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3B61E60-BB0C-477A-A84D-D0142879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16" y="1490392"/>
            <a:ext cx="6935168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60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E1C75FD-D5F6-A723-755A-64868CB3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40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ACF3495-6951-0460-D40E-142B05CE3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68" y="1066470"/>
            <a:ext cx="7802064" cy="4725059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9427704F-833A-8F1B-11B4-994F00588B39}"/>
              </a:ext>
            </a:extLst>
          </p:cNvPr>
          <p:cNvSpPr txBox="1"/>
          <p:nvPr/>
        </p:nvSpPr>
        <p:spPr>
          <a:xfrm>
            <a:off x="2483768" y="5517232"/>
            <a:ext cx="561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tx2"/>
                </a:solidFill>
              </a:rPr>
              <a:t>De basis van 2280 klopt wel want Extra 760 euro in de eerste 10j: 2014,2015,2016,2017,2018,2019,2020,2021,2022,2023</a:t>
            </a:r>
            <a:endParaRPr lang="nl-N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829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olfvorm">
  <a:themeElements>
    <a:clrScheme name="Golfv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Golfv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olfv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58bec8-646d-40b6-a7d0-b847fdf4e1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5BA359BA312D49B2EB0A0181D7CDE2" ma:contentTypeVersion="18" ma:contentTypeDescription="Een nieuw document maken." ma:contentTypeScope="" ma:versionID="9453bcfab392c60fbbf198bb64f8502d">
  <xsd:schema xmlns:xsd="http://www.w3.org/2001/XMLSchema" xmlns:xs="http://www.w3.org/2001/XMLSchema" xmlns:p="http://schemas.microsoft.com/office/2006/metadata/properties" xmlns:ns3="ef58bec8-646d-40b6-a7d0-b847fdf4e174" xmlns:ns4="6ffa28ab-f4e9-4646-b1c8-1ed7cbec7b44" targetNamespace="http://schemas.microsoft.com/office/2006/metadata/properties" ma:root="true" ma:fieldsID="3dd609ab61611a32e58975b9dce302f4" ns3:_="" ns4:_="">
    <xsd:import namespace="ef58bec8-646d-40b6-a7d0-b847fdf4e174"/>
    <xsd:import namespace="6ffa28ab-f4e9-4646-b1c8-1ed7cbec7b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58bec8-646d-40b6-a7d0-b847fdf4e1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a28ab-f4e9-4646-b1c8-1ed7cbec7b4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E4AD01-F29D-4999-B3B4-441F11343C3D}">
  <ds:schemaRefs>
    <ds:schemaRef ds:uri="http://schemas.microsoft.com/office/2006/documentManagement/types"/>
    <ds:schemaRef ds:uri="http://purl.org/dc/terms/"/>
    <ds:schemaRef ds:uri="ef58bec8-646d-40b6-a7d0-b847fdf4e174"/>
    <ds:schemaRef ds:uri="http://schemas.microsoft.com/office/2006/metadata/properties"/>
    <ds:schemaRef ds:uri="http://schemas.microsoft.com/office/infopath/2007/PartnerControls"/>
    <ds:schemaRef ds:uri="http://purl.org/dc/elements/1.1/"/>
    <ds:schemaRef ds:uri="6ffa28ab-f4e9-4646-b1c8-1ed7cbec7b44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A3FEEDE-5DCB-4834-847F-45D6ECCAC8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58bec8-646d-40b6-a7d0-b847fdf4e174"/>
    <ds:schemaRef ds:uri="6ffa28ab-f4e9-4646-b1c8-1ed7cbec7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E4F500-041E-4011-8E7C-B0F2338951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</TotalTime>
  <Words>1235</Words>
  <Application>Microsoft Office PowerPoint</Application>
  <PresentationFormat>Diavoorstelling (4:3)</PresentationFormat>
  <Paragraphs>308</Paragraphs>
  <Slides>40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Candara</vt:lpstr>
      <vt:lpstr>Symbol</vt:lpstr>
      <vt:lpstr>Golfvorm</vt:lpstr>
      <vt:lpstr>Personenbelasting HoGent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6 : Campus Aalst</dc:title>
  <dc:creator>user2</dc:creator>
  <cp:lastModifiedBy>Elke De Blauwe</cp:lastModifiedBy>
  <cp:revision>754</cp:revision>
  <cp:lastPrinted>2021-04-30T15:17:51Z</cp:lastPrinted>
  <dcterms:created xsi:type="dcterms:W3CDTF">2014-10-08T21:49:09Z</dcterms:created>
  <dcterms:modified xsi:type="dcterms:W3CDTF">2026-04-22T13:59:24Z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0x0101007D5BA359BA312D49B2EB0A0181D7CDE2</vt:lpwstr>
  </property>
</Properties>
</file>