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8"/>
  </p:notesMasterIdLst>
  <p:handoutMasterIdLst>
    <p:handoutMasterId r:id="rId29"/>
  </p:handoutMasterIdLst>
  <p:sldIdLst>
    <p:sldId id="256" r:id="rId5"/>
    <p:sldId id="272" r:id="rId6"/>
    <p:sldId id="312" r:id="rId7"/>
    <p:sldId id="308" r:id="rId8"/>
    <p:sldId id="339" r:id="rId9"/>
    <p:sldId id="359" r:id="rId10"/>
    <p:sldId id="309" r:id="rId11"/>
    <p:sldId id="313" r:id="rId12"/>
    <p:sldId id="315" r:id="rId13"/>
    <p:sldId id="356" r:id="rId14"/>
    <p:sldId id="341" r:id="rId15"/>
    <p:sldId id="317" r:id="rId16"/>
    <p:sldId id="318" r:id="rId17"/>
    <p:sldId id="358" r:id="rId18"/>
    <p:sldId id="346" r:id="rId19"/>
    <p:sldId id="300" r:id="rId20"/>
    <p:sldId id="347" r:id="rId21"/>
    <p:sldId id="301" r:id="rId22"/>
    <p:sldId id="348" r:id="rId23"/>
    <p:sldId id="329" r:id="rId24"/>
    <p:sldId id="361" r:id="rId25"/>
    <p:sldId id="360" r:id="rId26"/>
    <p:sldId id="338" r:id="rId27"/>
  </p:sldIdLst>
  <p:sldSz cx="9144000" cy="6858000" type="screen4x3"/>
  <p:notesSz cx="6797675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amloze sectie" id="{928F4FCC-96DD-4751-9509-8FF36B320EE5}">
          <p14:sldIdLst>
            <p14:sldId id="256"/>
            <p14:sldId id="272"/>
            <p14:sldId id="312"/>
            <p14:sldId id="308"/>
            <p14:sldId id="339"/>
            <p14:sldId id="359"/>
            <p14:sldId id="309"/>
            <p14:sldId id="313"/>
            <p14:sldId id="315"/>
            <p14:sldId id="356"/>
            <p14:sldId id="341"/>
            <p14:sldId id="317"/>
            <p14:sldId id="318"/>
            <p14:sldId id="358"/>
            <p14:sldId id="346"/>
            <p14:sldId id="300"/>
            <p14:sldId id="347"/>
            <p14:sldId id="301"/>
            <p14:sldId id="348"/>
            <p14:sldId id="329"/>
            <p14:sldId id="361"/>
            <p14:sldId id="360"/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59" userDrawn="1">
          <p15:clr>
            <a:srgbClr val="A4A3A4"/>
          </p15:clr>
        </p15:guide>
        <p15:guide id="3" orient="horz" pos="3128" userDrawn="1">
          <p15:clr>
            <a:srgbClr val="A4A3A4"/>
          </p15:clr>
        </p15:guide>
        <p15:guide id="4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F7C1A0-FC40-4C18-AF40-6C189E8DFCB4}" v="2" dt="2026-01-30T23:22:14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283" autoAdjust="0"/>
    <p:restoredTop sz="94249" autoAdjust="0"/>
  </p:normalViewPr>
  <p:slideViewPr>
    <p:cSldViewPr>
      <p:cViewPr varScale="1">
        <p:scale>
          <a:sx n="76" d="100"/>
          <a:sy n="76" d="100"/>
        </p:scale>
        <p:origin x="7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13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86"/>
    </p:cViewPr>
  </p:sorter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59"/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ke De Blauwe" userId="acd711b0-e483-4f07-9ba2-411440705bad" providerId="ADAL" clId="{CA5B5B8A-F009-41E9-B29D-48CCC1521991}"/>
    <pc:docChg chg="custSel addSld delSld modSld modSection">
      <pc:chgData name="Elke De Blauwe" userId="acd711b0-e483-4f07-9ba2-411440705bad" providerId="ADAL" clId="{CA5B5B8A-F009-41E9-B29D-48CCC1521991}" dt="2026-01-31T06:45:50.544" v="394" actId="1076"/>
      <pc:docMkLst>
        <pc:docMk/>
      </pc:docMkLst>
      <pc:sldChg chg="modSp mod">
        <pc:chgData name="Elke De Blauwe" userId="acd711b0-e483-4f07-9ba2-411440705bad" providerId="ADAL" clId="{CA5B5B8A-F009-41E9-B29D-48CCC1521991}" dt="2026-01-30T23:22:26.875" v="92" actId="20577"/>
        <pc:sldMkLst>
          <pc:docMk/>
          <pc:sldMk cId="1551832535" sldId="256"/>
        </pc:sldMkLst>
        <pc:spChg chg="mod">
          <ac:chgData name="Elke De Blauwe" userId="acd711b0-e483-4f07-9ba2-411440705bad" providerId="ADAL" clId="{CA5B5B8A-F009-41E9-B29D-48CCC1521991}" dt="2026-01-30T23:22:26.875" v="92" actId="20577"/>
          <ac:spMkLst>
            <pc:docMk/>
            <pc:sldMk cId="1551832535" sldId="256"/>
            <ac:spMk id="2" creationId="{00000000-0000-0000-0000-000000000000}"/>
          </ac:spMkLst>
        </pc:spChg>
      </pc:sldChg>
      <pc:sldChg chg="modSp mod">
        <pc:chgData name="Elke De Blauwe" userId="acd711b0-e483-4f07-9ba2-411440705bad" providerId="ADAL" clId="{CA5B5B8A-F009-41E9-B29D-48CCC1521991}" dt="2026-01-30T23:11:44.844" v="1" actId="20577"/>
        <pc:sldMkLst>
          <pc:docMk/>
          <pc:sldMk cId="2518876272" sldId="272"/>
        </pc:sldMkLst>
        <pc:spChg chg="mod">
          <ac:chgData name="Elke De Blauwe" userId="acd711b0-e483-4f07-9ba2-411440705bad" providerId="ADAL" clId="{CA5B5B8A-F009-41E9-B29D-48CCC1521991}" dt="2026-01-30T23:11:44.844" v="1" actId="20577"/>
          <ac:spMkLst>
            <pc:docMk/>
            <pc:sldMk cId="2518876272" sldId="272"/>
            <ac:spMk id="2" creationId="{00000000-0000-0000-0000-000000000000}"/>
          </ac:spMkLst>
        </pc:spChg>
      </pc:sldChg>
      <pc:sldChg chg="modSp mod">
        <pc:chgData name="Elke De Blauwe" userId="acd711b0-e483-4f07-9ba2-411440705bad" providerId="ADAL" clId="{CA5B5B8A-F009-41E9-B29D-48CCC1521991}" dt="2026-01-30T23:13:29.874" v="58" actId="27636"/>
        <pc:sldMkLst>
          <pc:docMk/>
          <pc:sldMk cId="988892045" sldId="308"/>
        </pc:sldMkLst>
        <pc:spChg chg="mod">
          <ac:chgData name="Elke De Blauwe" userId="acd711b0-e483-4f07-9ba2-411440705bad" providerId="ADAL" clId="{CA5B5B8A-F009-41E9-B29D-48CCC1521991}" dt="2026-01-30T23:13:29.874" v="58" actId="27636"/>
          <ac:spMkLst>
            <pc:docMk/>
            <pc:sldMk cId="988892045" sldId="308"/>
            <ac:spMk id="2" creationId="{00000000-0000-0000-0000-000000000000}"/>
          </ac:spMkLst>
        </pc:spChg>
      </pc:sldChg>
      <pc:sldChg chg="modSp mod">
        <pc:chgData name="Elke De Blauwe" userId="acd711b0-e483-4f07-9ba2-411440705bad" providerId="ADAL" clId="{CA5B5B8A-F009-41E9-B29D-48CCC1521991}" dt="2026-01-31T06:43:59.228" v="93" actId="1076"/>
        <pc:sldMkLst>
          <pc:docMk/>
          <pc:sldMk cId="3942570701" sldId="329"/>
        </pc:sldMkLst>
        <pc:spChg chg="mod">
          <ac:chgData name="Elke De Blauwe" userId="acd711b0-e483-4f07-9ba2-411440705bad" providerId="ADAL" clId="{CA5B5B8A-F009-41E9-B29D-48CCC1521991}" dt="2026-01-30T23:18:56.363" v="79" actId="20577"/>
          <ac:spMkLst>
            <pc:docMk/>
            <pc:sldMk cId="3942570701" sldId="329"/>
            <ac:spMk id="2" creationId="{00000000-0000-0000-0000-000000000000}"/>
          </ac:spMkLst>
        </pc:spChg>
        <pc:spChg chg="mod">
          <ac:chgData name="Elke De Blauwe" userId="acd711b0-e483-4f07-9ba2-411440705bad" providerId="ADAL" clId="{CA5B5B8A-F009-41E9-B29D-48CCC1521991}" dt="2026-01-31T06:43:59.228" v="93" actId="1076"/>
          <ac:spMkLst>
            <pc:docMk/>
            <pc:sldMk cId="3942570701" sldId="329"/>
            <ac:spMk id="4" creationId="{D6C6B945-9838-4069-B385-9D5EE7819F7E}"/>
          </ac:spMkLst>
        </pc:spChg>
      </pc:sldChg>
      <pc:sldChg chg="modSp mod">
        <pc:chgData name="Elke De Blauwe" userId="acd711b0-e483-4f07-9ba2-411440705bad" providerId="ADAL" clId="{CA5B5B8A-F009-41E9-B29D-48CCC1521991}" dt="2026-01-30T23:13:42.030" v="60" actId="20577"/>
        <pc:sldMkLst>
          <pc:docMk/>
          <pc:sldMk cId="2673729751" sldId="339"/>
        </pc:sldMkLst>
        <pc:spChg chg="mod">
          <ac:chgData name="Elke De Blauwe" userId="acd711b0-e483-4f07-9ba2-411440705bad" providerId="ADAL" clId="{CA5B5B8A-F009-41E9-B29D-48CCC1521991}" dt="2026-01-30T23:13:42.030" v="60" actId="20577"/>
          <ac:spMkLst>
            <pc:docMk/>
            <pc:sldMk cId="2673729751" sldId="339"/>
            <ac:spMk id="8" creationId="{6B9B5FA1-2718-4E70-8A3F-B348EE9793F9}"/>
          </ac:spMkLst>
        </pc:spChg>
      </pc:sldChg>
      <pc:sldChg chg="del">
        <pc:chgData name="Elke De Blauwe" userId="acd711b0-e483-4f07-9ba2-411440705bad" providerId="ADAL" clId="{CA5B5B8A-F009-41E9-B29D-48CCC1521991}" dt="2026-01-30T23:20:19.314" v="84" actId="2696"/>
        <pc:sldMkLst>
          <pc:docMk/>
          <pc:sldMk cId="391026384" sldId="351"/>
        </pc:sldMkLst>
      </pc:sldChg>
      <pc:sldChg chg="del">
        <pc:chgData name="Elke De Blauwe" userId="acd711b0-e483-4f07-9ba2-411440705bad" providerId="ADAL" clId="{CA5B5B8A-F009-41E9-B29D-48CCC1521991}" dt="2026-01-30T23:20:24.577" v="85" actId="2696"/>
        <pc:sldMkLst>
          <pc:docMk/>
          <pc:sldMk cId="3273886777" sldId="352"/>
        </pc:sldMkLst>
      </pc:sldChg>
      <pc:sldChg chg="del">
        <pc:chgData name="Elke De Blauwe" userId="acd711b0-e483-4f07-9ba2-411440705bad" providerId="ADAL" clId="{CA5B5B8A-F009-41E9-B29D-48CCC1521991}" dt="2026-01-30T23:20:27.956" v="86" actId="2696"/>
        <pc:sldMkLst>
          <pc:docMk/>
          <pc:sldMk cId="664800244" sldId="353"/>
        </pc:sldMkLst>
      </pc:sldChg>
      <pc:sldChg chg="del">
        <pc:chgData name="Elke De Blauwe" userId="acd711b0-e483-4f07-9ba2-411440705bad" providerId="ADAL" clId="{CA5B5B8A-F009-41E9-B29D-48CCC1521991}" dt="2026-01-30T23:16:59.096" v="61" actId="2696"/>
        <pc:sldMkLst>
          <pc:docMk/>
          <pc:sldMk cId="1831477878" sldId="357"/>
        </pc:sldMkLst>
      </pc:sldChg>
      <pc:sldChg chg="modSp mod">
        <pc:chgData name="Elke De Blauwe" userId="acd711b0-e483-4f07-9ba2-411440705bad" providerId="ADAL" clId="{CA5B5B8A-F009-41E9-B29D-48CCC1521991}" dt="2026-01-30T23:17:30.818" v="77" actId="5793"/>
        <pc:sldMkLst>
          <pc:docMk/>
          <pc:sldMk cId="2224630822" sldId="359"/>
        </pc:sldMkLst>
        <pc:spChg chg="mod">
          <ac:chgData name="Elke De Blauwe" userId="acd711b0-e483-4f07-9ba2-411440705bad" providerId="ADAL" clId="{CA5B5B8A-F009-41E9-B29D-48CCC1521991}" dt="2026-01-30T23:17:30.818" v="77" actId="5793"/>
          <ac:spMkLst>
            <pc:docMk/>
            <pc:sldMk cId="2224630822" sldId="359"/>
            <ac:spMk id="2" creationId="{00000000-0000-0000-0000-000000000000}"/>
          </ac:spMkLst>
        </pc:spChg>
      </pc:sldChg>
      <pc:sldChg chg="addSp modSp add mod">
        <pc:chgData name="Elke De Blauwe" userId="acd711b0-e483-4f07-9ba2-411440705bad" providerId="ADAL" clId="{CA5B5B8A-F009-41E9-B29D-48CCC1521991}" dt="2026-01-31T06:45:50.544" v="394" actId="1076"/>
        <pc:sldMkLst>
          <pc:docMk/>
          <pc:sldMk cId="3031530742" sldId="361"/>
        </pc:sldMkLst>
        <pc:spChg chg="mod">
          <ac:chgData name="Elke De Blauwe" userId="acd711b0-e483-4f07-9ba2-411440705bad" providerId="ADAL" clId="{CA5B5B8A-F009-41E9-B29D-48CCC1521991}" dt="2026-01-31T06:45:40.675" v="393" actId="5793"/>
          <ac:spMkLst>
            <pc:docMk/>
            <pc:sldMk cId="3031530742" sldId="361"/>
            <ac:spMk id="4" creationId="{60040756-A75E-9C74-43CA-3D01105EBDEB}"/>
          </ac:spMkLst>
        </pc:spChg>
        <pc:picChg chg="add mod">
          <ac:chgData name="Elke De Blauwe" userId="acd711b0-e483-4f07-9ba2-411440705bad" providerId="ADAL" clId="{CA5B5B8A-F009-41E9-B29D-48CCC1521991}" dt="2026-01-31T06:45:50.544" v="394" actId="1076"/>
          <ac:picMkLst>
            <pc:docMk/>
            <pc:sldMk cId="3031530742" sldId="361"/>
            <ac:picMk id="6" creationId="{22A78928-91B4-4937-B033-D6C5C32BC29B}"/>
          </ac:picMkLst>
        </pc:picChg>
      </pc:sldChg>
      <pc:sldMasterChg chg="delSldLayout">
        <pc:chgData name="Elke De Blauwe" userId="acd711b0-e483-4f07-9ba2-411440705bad" providerId="ADAL" clId="{CA5B5B8A-F009-41E9-B29D-48CCC1521991}" dt="2026-01-30T23:20:27.956" v="86" actId="2696"/>
        <pc:sldMasterMkLst>
          <pc:docMk/>
          <pc:sldMasterMk cId="0" sldId="2147483684"/>
        </pc:sldMasterMkLst>
        <pc:sldLayoutChg chg="del">
          <pc:chgData name="Elke De Blauwe" userId="acd711b0-e483-4f07-9ba2-411440705bad" providerId="ADAL" clId="{CA5B5B8A-F009-41E9-B29D-48CCC1521991}" dt="2026-01-30T23:20:27.956" v="86" actId="2696"/>
          <pc:sldLayoutMkLst>
            <pc:docMk/>
            <pc:sldMasterMk cId="0" sldId="2147483684"/>
            <pc:sldLayoutMk cId="3077272132" sldId="214748369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CF47F4-649C-4C96-BE7C-99831DD9C24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967DA567-9703-4526-A8E0-59D621EF06E6}">
      <dgm:prSet phldrT="[Tekst]"/>
      <dgm:spPr/>
      <dgm:t>
        <a:bodyPr/>
        <a:lstStyle/>
        <a:p>
          <a:r>
            <a:rPr lang="nl-BE" dirty="0"/>
            <a:t>Algemene Administratie van de FISCALITEIT </a:t>
          </a:r>
        </a:p>
        <a:p>
          <a:r>
            <a:rPr lang="nl-BE" dirty="0"/>
            <a:t>(</a:t>
          </a:r>
          <a:r>
            <a:rPr lang="nl-BE" dirty="0">
              <a:highlight>
                <a:srgbClr val="00FFFF"/>
              </a:highlight>
            </a:rPr>
            <a:t>AA FISC</a:t>
          </a:r>
          <a:r>
            <a:rPr lang="nl-BE" dirty="0"/>
            <a:t>)</a:t>
          </a:r>
        </a:p>
      </dgm:t>
    </dgm:pt>
    <dgm:pt modelId="{AF6A8286-0BB2-4758-A682-14F449A7E278}" type="parTrans" cxnId="{8F0213BC-11D4-499F-9D7A-2D91BAA58251}">
      <dgm:prSet/>
      <dgm:spPr/>
      <dgm:t>
        <a:bodyPr/>
        <a:lstStyle/>
        <a:p>
          <a:endParaRPr lang="nl-BE"/>
        </a:p>
      </dgm:t>
    </dgm:pt>
    <dgm:pt modelId="{BAF75BE0-5F1A-4FED-85B5-EEB7A79EBEAF}" type="sibTrans" cxnId="{8F0213BC-11D4-499F-9D7A-2D91BAA58251}">
      <dgm:prSet/>
      <dgm:spPr/>
      <dgm:t>
        <a:bodyPr/>
        <a:lstStyle/>
        <a:p>
          <a:endParaRPr lang="nl-BE"/>
        </a:p>
      </dgm:t>
    </dgm:pt>
    <dgm:pt modelId="{01AD4E7A-B927-43F0-ADE7-EF8E479636EC}">
      <dgm:prSet phldrT="[Tekst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800" kern="1200" dirty="0">
              <a:solidFill>
                <a:prstClr val="white"/>
              </a:solidFill>
              <a:highlight>
                <a:srgbClr val="00FFFF"/>
              </a:highlight>
              <a:latin typeface="Candara"/>
              <a:ea typeface="+mn-ea"/>
              <a:cs typeface="+mn-cs"/>
            </a:rPr>
            <a:t>P</a:t>
          </a:r>
        </a:p>
        <a:p>
          <a:pPr marL="0"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 dirty="0"/>
            <a:t>(particulieren)</a:t>
          </a:r>
        </a:p>
      </dgm:t>
    </dgm:pt>
    <dgm:pt modelId="{38EB6D9B-69EF-453E-9977-71C6D2B66198}" type="parTrans" cxnId="{71137A97-B242-4B6C-972B-C0A3EE28D482}">
      <dgm:prSet/>
      <dgm:spPr/>
      <dgm:t>
        <a:bodyPr/>
        <a:lstStyle/>
        <a:p>
          <a:endParaRPr lang="nl-BE"/>
        </a:p>
      </dgm:t>
    </dgm:pt>
    <dgm:pt modelId="{A1B40231-3114-43C9-BFE6-06A4D6B5ACD9}" type="sibTrans" cxnId="{71137A97-B242-4B6C-972B-C0A3EE28D482}">
      <dgm:prSet/>
      <dgm:spPr/>
      <dgm:t>
        <a:bodyPr/>
        <a:lstStyle/>
        <a:p>
          <a:endParaRPr lang="nl-BE"/>
        </a:p>
      </dgm:t>
    </dgm:pt>
    <dgm:pt modelId="{12F3C783-5CAE-48F2-9481-DA43E504ADD0}">
      <dgm:prSet phldrT="[Tekst]" custT="1"/>
      <dgm:spPr/>
      <dgm:t>
        <a:bodyPr/>
        <a:lstStyle/>
        <a:p>
          <a:r>
            <a:rPr lang="nl-BE" sz="2800" dirty="0">
              <a:highlight>
                <a:srgbClr val="00FFFF"/>
              </a:highlight>
            </a:rPr>
            <a:t>KMO</a:t>
          </a:r>
        </a:p>
      </dgm:t>
    </dgm:pt>
    <dgm:pt modelId="{6692F95D-22C0-4CFE-92E0-D3A9BB66B02A}" type="parTrans" cxnId="{DC2EFF63-824A-457A-A492-66B520AF3AB3}">
      <dgm:prSet/>
      <dgm:spPr/>
      <dgm:t>
        <a:bodyPr/>
        <a:lstStyle/>
        <a:p>
          <a:endParaRPr lang="nl-BE"/>
        </a:p>
      </dgm:t>
    </dgm:pt>
    <dgm:pt modelId="{BBEED3FE-E7F4-44A6-831A-9D9246CB7A69}" type="sibTrans" cxnId="{DC2EFF63-824A-457A-A492-66B520AF3AB3}">
      <dgm:prSet/>
      <dgm:spPr/>
      <dgm:t>
        <a:bodyPr/>
        <a:lstStyle/>
        <a:p>
          <a:endParaRPr lang="nl-BE"/>
        </a:p>
      </dgm:t>
    </dgm:pt>
    <dgm:pt modelId="{F78487E9-BC48-4E72-A58D-C6D5D1EDD438}">
      <dgm:prSet phldrT="[Tekst]" custT="1"/>
      <dgm:spPr/>
      <dgm:t>
        <a:bodyPr/>
        <a:lstStyle/>
        <a:p>
          <a:r>
            <a:rPr lang="nl-BE" sz="2800" dirty="0">
              <a:highlight>
                <a:srgbClr val="00FFFF"/>
              </a:highlight>
            </a:rPr>
            <a:t>GO</a:t>
          </a:r>
        </a:p>
        <a:p>
          <a:r>
            <a:rPr lang="nl-BE" sz="2000" dirty="0"/>
            <a:t>(grote ondernemingen)</a:t>
          </a:r>
        </a:p>
      </dgm:t>
    </dgm:pt>
    <dgm:pt modelId="{1B92A314-D3FD-4EAA-BDC0-7AAE9F89F843}" type="parTrans" cxnId="{C86360C1-8E92-4EA5-97A1-59226E646DA2}">
      <dgm:prSet/>
      <dgm:spPr/>
      <dgm:t>
        <a:bodyPr/>
        <a:lstStyle/>
        <a:p>
          <a:endParaRPr lang="nl-BE"/>
        </a:p>
      </dgm:t>
    </dgm:pt>
    <dgm:pt modelId="{FEC929FE-A30B-4D9D-93E7-91E093FC334D}" type="sibTrans" cxnId="{C86360C1-8E92-4EA5-97A1-59226E646DA2}">
      <dgm:prSet/>
      <dgm:spPr/>
      <dgm:t>
        <a:bodyPr/>
        <a:lstStyle/>
        <a:p>
          <a:endParaRPr lang="nl-BE"/>
        </a:p>
      </dgm:t>
    </dgm:pt>
    <dgm:pt modelId="{3FF2E560-0691-46DC-BBF2-6ED9FAAF0CD9}" type="pres">
      <dgm:prSet presAssocID="{FECF47F4-649C-4C96-BE7C-99831DD9C2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AEF1954-8F76-4F6D-8FB8-B70ABF3F7702}" type="pres">
      <dgm:prSet presAssocID="{967DA567-9703-4526-A8E0-59D621EF06E6}" presName="hierRoot1" presStyleCnt="0">
        <dgm:presLayoutVars>
          <dgm:hierBranch val="init"/>
        </dgm:presLayoutVars>
      </dgm:prSet>
      <dgm:spPr/>
    </dgm:pt>
    <dgm:pt modelId="{DA5A0B4E-A1D4-47FF-B55F-91B313F8A708}" type="pres">
      <dgm:prSet presAssocID="{967DA567-9703-4526-A8E0-59D621EF06E6}" presName="rootComposite1" presStyleCnt="0"/>
      <dgm:spPr/>
    </dgm:pt>
    <dgm:pt modelId="{CA80D126-7F6D-4BE1-B7F8-BE76FB35C0BA}" type="pres">
      <dgm:prSet presAssocID="{967DA567-9703-4526-A8E0-59D621EF06E6}" presName="rootText1" presStyleLbl="node0" presStyleIdx="0" presStyleCnt="1">
        <dgm:presLayoutVars>
          <dgm:chPref val="3"/>
        </dgm:presLayoutVars>
      </dgm:prSet>
      <dgm:spPr/>
    </dgm:pt>
    <dgm:pt modelId="{7ED731EA-F8A9-472C-89E1-2D2228ACA205}" type="pres">
      <dgm:prSet presAssocID="{967DA567-9703-4526-A8E0-59D621EF06E6}" presName="rootConnector1" presStyleLbl="node1" presStyleIdx="0" presStyleCnt="0"/>
      <dgm:spPr/>
    </dgm:pt>
    <dgm:pt modelId="{7AC0B371-1FF9-412C-9723-AFEF01C07A8F}" type="pres">
      <dgm:prSet presAssocID="{967DA567-9703-4526-A8E0-59D621EF06E6}" presName="hierChild2" presStyleCnt="0"/>
      <dgm:spPr/>
    </dgm:pt>
    <dgm:pt modelId="{46F06ACF-A951-4884-8252-7806AB5976E4}" type="pres">
      <dgm:prSet presAssocID="{38EB6D9B-69EF-453E-9977-71C6D2B66198}" presName="Name37" presStyleLbl="parChTrans1D2" presStyleIdx="0" presStyleCnt="3"/>
      <dgm:spPr/>
    </dgm:pt>
    <dgm:pt modelId="{B2F4D7F0-15D9-43DA-83CA-93A9442984EB}" type="pres">
      <dgm:prSet presAssocID="{01AD4E7A-B927-43F0-ADE7-EF8E479636EC}" presName="hierRoot2" presStyleCnt="0">
        <dgm:presLayoutVars>
          <dgm:hierBranch val="init"/>
        </dgm:presLayoutVars>
      </dgm:prSet>
      <dgm:spPr/>
    </dgm:pt>
    <dgm:pt modelId="{D4E3E480-32A2-4190-96AC-5C0E3BF8E999}" type="pres">
      <dgm:prSet presAssocID="{01AD4E7A-B927-43F0-ADE7-EF8E479636EC}" presName="rootComposite" presStyleCnt="0"/>
      <dgm:spPr/>
    </dgm:pt>
    <dgm:pt modelId="{3ADD63A1-D413-4187-9554-D04247D1AFD1}" type="pres">
      <dgm:prSet presAssocID="{01AD4E7A-B927-43F0-ADE7-EF8E479636EC}" presName="rootText" presStyleLbl="node2" presStyleIdx="0" presStyleCnt="3" custLinFactNeighborX="-1939" custLinFactNeighborY="-878">
        <dgm:presLayoutVars>
          <dgm:chPref val="3"/>
        </dgm:presLayoutVars>
      </dgm:prSet>
      <dgm:spPr/>
    </dgm:pt>
    <dgm:pt modelId="{AC3E3348-B98B-43C5-85B9-D2E697435BDE}" type="pres">
      <dgm:prSet presAssocID="{01AD4E7A-B927-43F0-ADE7-EF8E479636EC}" presName="rootConnector" presStyleLbl="node2" presStyleIdx="0" presStyleCnt="3"/>
      <dgm:spPr/>
    </dgm:pt>
    <dgm:pt modelId="{315E7E6C-FB55-437B-8D7E-1709739B9B86}" type="pres">
      <dgm:prSet presAssocID="{01AD4E7A-B927-43F0-ADE7-EF8E479636EC}" presName="hierChild4" presStyleCnt="0"/>
      <dgm:spPr/>
    </dgm:pt>
    <dgm:pt modelId="{F592D362-7582-42B6-9786-D412A11BD2F8}" type="pres">
      <dgm:prSet presAssocID="{01AD4E7A-B927-43F0-ADE7-EF8E479636EC}" presName="hierChild5" presStyleCnt="0"/>
      <dgm:spPr/>
    </dgm:pt>
    <dgm:pt modelId="{FA8940DA-325D-4608-B066-C43892D80BB4}" type="pres">
      <dgm:prSet presAssocID="{6692F95D-22C0-4CFE-92E0-D3A9BB66B02A}" presName="Name37" presStyleLbl="parChTrans1D2" presStyleIdx="1" presStyleCnt="3"/>
      <dgm:spPr/>
    </dgm:pt>
    <dgm:pt modelId="{BDF8A98F-D131-4CC6-974D-DCB5BB151B2A}" type="pres">
      <dgm:prSet presAssocID="{12F3C783-5CAE-48F2-9481-DA43E504ADD0}" presName="hierRoot2" presStyleCnt="0">
        <dgm:presLayoutVars>
          <dgm:hierBranch val="init"/>
        </dgm:presLayoutVars>
      </dgm:prSet>
      <dgm:spPr/>
    </dgm:pt>
    <dgm:pt modelId="{BA095775-1820-41AE-826B-392CBDC31B1D}" type="pres">
      <dgm:prSet presAssocID="{12F3C783-5CAE-48F2-9481-DA43E504ADD0}" presName="rootComposite" presStyleCnt="0"/>
      <dgm:spPr/>
    </dgm:pt>
    <dgm:pt modelId="{D388A7E9-EB50-4ED6-A901-B13CDA56C0C1}" type="pres">
      <dgm:prSet presAssocID="{12F3C783-5CAE-48F2-9481-DA43E504ADD0}" presName="rootText" presStyleLbl="node2" presStyleIdx="1" presStyleCnt="3" custLinFactNeighborX="-1794" custLinFactNeighborY="-878">
        <dgm:presLayoutVars>
          <dgm:chPref val="3"/>
        </dgm:presLayoutVars>
      </dgm:prSet>
      <dgm:spPr/>
    </dgm:pt>
    <dgm:pt modelId="{3D33F9F7-C003-4FA4-A59F-8AB3B55216F1}" type="pres">
      <dgm:prSet presAssocID="{12F3C783-5CAE-48F2-9481-DA43E504ADD0}" presName="rootConnector" presStyleLbl="node2" presStyleIdx="1" presStyleCnt="3"/>
      <dgm:spPr/>
    </dgm:pt>
    <dgm:pt modelId="{50097B51-7C59-4325-AD9D-42203E252512}" type="pres">
      <dgm:prSet presAssocID="{12F3C783-5CAE-48F2-9481-DA43E504ADD0}" presName="hierChild4" presStyleCnt="0"/>
      <dgm:spPr/>
    </dgm:pt>
    <dgm:pt modelId="{7423E553-D43A-472E-A879-98CEA472987D}" type="pres">
      <dgm:prSet presAssocID="{12F3C783-5CAE-48F2-9481-DA43E504ADD0}" presName="hierChild5" presStyleCnt="0"/>
      <dgm:spPr/>
    </dgm:pt>
    <dgm:pt modelId="{DEFEF2E0-000D-4E11-B6AE-FAC9941D9B54}" type="pres">
      <dgm:prSet presAssocID="{1B92A314-D3FD-4EAA-BDC0-7AAE9F89F843}" presName="Name37" presStyleLbl="parChTrans1D2" presStyleIdx="2" presStyleCnt="3"/>
      <dgm:spPr/>
    </dgm:pt>
    <dgm:pt modelId="{D4FF1949-2647-4FFD-84C4-21E711FACF6F}" type="pres">
      <dgm:prSet presAssocID="{F78487E9-BC48-4E72-A58D-C6D5D1EDD438}" presName="hierRoot2" presStyleCnt="0">
        <dgm:presLayoutVars>
          <dgm:hierBranch val="init"/>
        </dgm:presLayoutVars>
      </dgm:prSet>
      <dgm:spPr/>
    </dgm:pt>
    <dgm:pt modelId="{559FBCFA-1C70-464E-B6D0-6E2FE6012B72}" type="pres">
      <dgm:prSet presAssocID="{F78487E9-BC48-4E72-A58D-C6D5D1EDD438}" presName="rootComposite" presStyleCnt="0"/>
      <dgm:spPr/>
    </dgm:pt>
    <dgm:pt modelId="{077FD90E-CE3B-4B7C-A590-381A392CF014}" type="pres">
      <dgm:prSet presAssocID="{F78487E9-BC48-4E72-A58D-C6D5D1EDD438}" presName="rootText" presStyleLbl="node2" presStyleIdx="2" presStyleCnt="3" custScaleX="98781" custScaleY="115013">
        <dgm:presLayoutVars>
          <dgm:chPref val="3"/>
        </dgm:presLayoutVars>
      </dgm:prSet>
      <dgm:spPr/>
    </dgm:pt>
    <dgm:pt modelId="{5BAA5A64-72CE-4340-9CA0-E8D7620F9F78}" type="pres">
      <dgm:prSet presAssocID="{F78487E9-BC48-4E72-A58D-C6D5D1EDD438}" presName="rootConnector" presStyleLbl="node2" presStyleIdx="2" presStyleCnt="3"/>
      <dgm:spPr/>
    </dgm:pt>
    <dgm:pt modelId="{15732FEA-8D86-4E0B-92FF-118F3FD2A1ED}" type="pres">
      <dgm:prSet presAssocID="{F78487E9-BC48-4E72-A58D-C6D5D1EDD438}" presName="hierChild4" presStyleCnt="0"/>
      <dgm:spPr/>
    </dgm:pt>
    <dgm:pt modelId="{101118E5-899A-4F94-B9A4-9AE0D6793741}" type="pres">
      <dgm:prSet presAssocID="{F78487E9-BC48-4E72-A58D-C6D5D1EDD438}" presName="hierChild5" presStyleCnt="0"/>
      <dgm:spPr/>
    </dgm:pt>
    <dgm:pt modelId="{0012DA14-A4D3-4AE0-8E29-177691596B43}" type="pres">
      <dgm:prSet presAssocID="{967DA567-9703-4526-A8E0-59D621EF06E6}" presName="hierChild3" presStyleCnt="0"/>
      <dgm:spPr/>
    </dgm:pt>
  </dgm:ptLst>
  <dgm:cxnLst>
    <dgm:cxn modelId="{0E124611-32E7-4FF6-BC67-E94A2FEF4E34}" type="presOf" srcId="{12F3C783-5CAE-48F2-9481-DA43E504ADD0}" destId="{D388A7E9-EB50-4ED6-A901-B13CDA56C0C1}" srcOrd="0" destOrd="0" presId="urn:microsoft.com/office/officeart/2005/8/layout/orgChart1"/>
    <dgm:cxn modelId="{3C581F41-9201-4DE4-8AF4-ACD60958F91D}" type="presOf" srcId="{6692F95D-22C0-4CFE-92E0-D3A9BB66B02A}" destId="{FA8940DA-325D-4608-B066-C43892D80BB4}" srcOrd="0" destOrd="0" presId="urn:microsoft.com/office/officeart/2005/8/layout/orgChart1"/>
    <dgm:cxn modelId="{DC2EFF63-824A-457A-A492-66B520AF3AB3}" srcId="{967DA567-9703-4526-A8E0-59D621EF06E6}" destId="{12F3C783-5CAE-48F2-9481-DA43E504ADD0}" srcOrd="1" destOrd="0" parTransId="{6692F95D-22C0-4CFE-92E0-D3A9BB66B02A}" sibTransId="{BBEED3FE-E7F4-44A6-831A-9D9246CB7A69}"/>
    <dgm:cxn modelId="{28800170-96D1-4859-994D-A1AB16DF56FE}" type="presOf" srcId="{F78487E9-BC48-4E72-A58D-C6D5D1EDD438}" destId="{5BAA5A64-72CE-4340-9CA0-E8D7620F9F78}" srcOrd="1" destOrd="0" presId="urn:microsoft.com/office/officeart/2005/8/layout/orgChart1"/>
    <dgm:cxn modelId="{0F0A3975-4267-4565-99AD-83123409641A}" type="presOf" srcId="{12F3C783-5CAE-48F2-9481-DA43E504ADD0}" destId="{3D33F9F7-C003-4FA4-A59F-8AB3B55216F1}" srcOrd="1" destOrd="0" presId="urn:microsoft.com/office/officeart/2005/8/layout/orgChart1"/>
    <dgm:cxn modelId="{B77D2056-ABE3-4D37-B90B-7BF9E5D46D64}" type="presOf" srcId="{01AD4E7A-B927-43F0-ADE7-EF8E479636EC}" destId="{AC3E3348-B98B-43C5-85B9-D2E697435BDE}" srcOrd="1" destOrd="0" presId="urn:microsoft.com/office/officeart/2005/8/layout/orgChart1"/>
    <dgm:cxn modelId="{1170F47E-00DB-4763-BA62-AD443F3815CB}" type="presOf" srcId="{967DA567-9703-4526-A8E0-59D621EF06E6}" destId="{CA80D126-7F6D-4BE1-B7F8-BE76FB35C0BA}" srcOrd="0" destOrd="0" presId="urn:microsoft.com/office/officeart/2005/8/layout/orgChart1"/>
    <dgm:cxn modelId="{3EF3C880-D83C-4F38-978F-9784D8D0B5F8}" type="presOf" srcId="{FECF47F4-649C-4C96-BE7C-99831DD9C24D}" destId="{3FF2E560-0691-46DC-BBF2-6ED9FAAF0CD9}" srcOrd="0" destOrd="0" presId="urn:microsoft.com/office/officeart/2005/8/layout/orgChart1"/>
    <dgm:cxn modelId="{71137A97-B242-4B6C-972B-C0A3EE28D482}" srcId="{967DA567-9703-4526-A8E0-59D621EF06E6}" destId="{01AD4E7A-B927-43F0-ADE7-EF8E479636EC}" srcOrd="0" destOrd="0" parTransId="{38EB6D9B-69EF-453E-9977-71C6D2B66198}" sibTransId="{A1B40231-3114-43C9-BFE6-06A4D6B5ACD9}"/>
    <dgm:cxn modelId="{68C44CA2-909E-473D-BA6C-26EB28B562EB}" type="presOf" srcId="{38EB6D9B-69EF-453E-9977-71C6D2B66198}" destId="{46F06ACF-A951-4884-8252-7806AB5976E4}" srcOrd="0" destOrd="0" presId="urn:microsoft.com/office/officeart/2005/8/layout/orgChart1"/>
    <dgm:cxn modelId="{DFBEDFA7-B015-4A51-A933-F5DB797E7632}" type="presOf" srcId="{F78487E9-BC48-4E72-A58D-C6D5D1EDD438}" destId="{077FD90E-CE3B-4B7C-A590-381A392CF014}" srcOrd="0" destOrd="0" presId="urn:microsoft.com/office/officeart/2005/8/layout/orgChart1"/>
    <dgm:cxn modelId="{58FFABB9-754C-498A-9095-D99EE20AA644}" type="presOf" srcId="{967DA567-9703-4526-A8E0-59D621EF06E6}" destId="{7ED731EA-F8A9-472C-89E1-2D2228ACA205}" srcOrd="1" destOrd="0" presId="urn:microsoft.com/office/officeart/2005/8/layout/orgChart1"/>
    <dgm:cxn modelId="{8F0213BC-11D4-499F-9D7A-2D91BAA58251}" srcId="{FECF47F4-649C-4C96-BE7C-99831DD9C24D}" destId="{967DA567-9703-4526-A8E0-59D621EF06E6}" srcOrd="0" destOrd="0" parTransId="{AF6A8286-0BB2-4758-A682-14F449A7E278}" sibTransId="{BAF75BE0-5F1A-4FED-85B5-EEB7A79EBEAF}"/>
    <dgm:cxn modelId="{C86360C1-8E92-4EA5-97A1-59226E646DA2}" srcId="{967DA567-9703-4526-A8E0-59D621EF06E6}" destId="{F78487E9-BC48-4E72-A58D-C6D5D1EDD438}" srcOrd="2" destOrd="0" parTransId="{1B92A314-D3FD-4EAA-BDC0-7AAE9F89F843}" sibTransId="{FEC929FE-A30B-4D9D-93E7-91E093FC334D}"/>
    <dgm:cxn modelId="{B27580E8-00DA-41DD-B0F5-BDA5D81408E2}" type="presOf" srcId="{1B92A314-D3FD-4EAA-BDC0-7AAE9F89F843}" destId="{DEFEF2E0-000D-4E11-B6AE-FAC9941D9B54}" srcOrd="0" destOrd="0" presId="urn:microsoft.com/office/officeart/2005/8/layout/orgChart1"/>
    <dgm:cxn modelId="{1E0325FA-C237-4783-AA86-9B75E5B0C3B4}" type="presOf" srcId="{01AD4E7A-B927-43F0-ADE7-EF8E479636EC}" destId="{3ADD63A1-D413-4187-9554-D04247D1AFD1}" srcOrd="0" destOrd="0" presId="urn:microsoft.com/office/officeart/2005/8/layout/orgChart1"/>
    <dgm:cxn modelId="{F792FB3F-FB13-4C12-9662-1A8E545FC758}" type="presParOf" srcId="{3FF2E560-0691-46DC-BBF2-6ED9FAAF0CD9}" destId="{1AEF1954-8F76-4F6D-8FB8-B70ABF3F7702}" srcOrd="0" destOrd="0" presId="urn:microsoft.com/office/officeart/2005/8/layout/orgChart1"/>
    <dgm:cxn modelId="{511A4FB9-1C89-4F57-85DC-B3718FB3B577}" type="presParOf" srcId="{1AEF1954-8F76-4F6D-8FB8-B70ABF3F7702}" destId="{DA5A0B4E-A1D4-47FF-B55F-91B313F8A708}" srcOrd="0" destOrd="0" presId="urn:microsoft.com/office/officeart/2005/8/layout/orgChart1"/>
    <dgm:cxn modelId="{52E61BE8-BDC2-4812-AE85-BD8D82A112F8}" type="presParOf" srcId="{DA5A0B4E-A1D4-47FF-B55F-91B313F8A708}" destId="{CA80D126-7F6D-4BE1-B7F8-BE76FB35C0BA}" srcOrd="0" destOrd="0" presId="urn:microsoft.com/office/officeart/2005/8/layout/orgChart1"/>
    <dgm:cxn modelId="{8623E88C-A091-4548-AE04-8694912F7FAA}" type="presParOf" srcId="{DA5A0B4E-A1D4-47FF-B55F-91B313F8A708}" destId="{7ED731EA-F8A9-472C-89E1-2D2228ACA205}" srcOrd="1" destOrd="0" presId="urn:microsoft.com/office/officeart/2005/8/layout/orgChart1"/>
    <dgm:cxn modelId="{A4E15653-E9C9-49C3-B936-84D1BC2EA6A7}" type="presParOf" srcId="{1AEF1954-8F76-4F6D-8FB8-B70ABF3F7702}" destId="{7AC0B371-1FF9-412C-9723-AFEF01C07A8F}" srcOrd="1" destOrd="0" presId="urn:microsoft.com/office/officeart/2005/8/layout/orgChart1"/>
    <dgm:cxn modelId="{35C10A65-78EE-4708-9413-35CCBC9360D4}" type="presParOf" srcId="{7AC0B371-1FF9-412C-9723-AFEF01C07A8F}" destId="{46F06ACF-A951-4884-8252-7806AB5976E4}" srcOrd="0" destOrd="0" presId="urn:microsoft.com/office/officeart/2005/8/layout/orgChart1"/>
    <dgm:cxn modelId="{86BA93F1-B194-408C-B193-22E9A021B3A6}" type="presParOf" srcId="{7AC0B371-1FF9-412C-9723-AFEF01C07A8F}" destId="{B2F4D7F0-15D9-43DA-83CA-93A9442984EB}" srcOrd="1" destOrd="0" presId="urn:microsoft.com/office/officeart/2005/8/layout/orgChart1"/>
    <dgm:cxn modelId="{EF8A64C0-FECC-435F-9F32-A91EA5E3046A}" type="presParOf" srcId="{B2F4D7F0-15D9-43DA-83CA-93A9442984EB}" destId="{D4E3E480-32A2-4190-96AC-5C0E3BF8E999}" srcOrd="0" destOrd="0" presId="urn:microsoft.com/office/officeart/2005/8/layout/orgChart1"/>
    <dgm:cxn modelId="{452A7F8B-C2DC-454F-BA3A-96842C29E136}" type="presParOf" srcId="{D4E3E480-32A2-4190-96AC-5C0E3BF8E999}" destId="{3ADD63A1-D413-4187-9554-D04247D1AFD1}" srcOrd="0" destOrd="0" presId="urn:microsoft.com/office/officeart/2005/8/layout/orgChart1"/>
    <dgm:cxn modelId="{DBDE83EF-ADF7-4F5A-A70B-216649C5B761}" type="presParOf" srcId="{D4E3E480-32A2-4190-96AC-5C0E3BF8E999}" destId="{AC3E3348-B98B-43C5-85B9-D2E697435BDE}" srcOrd="1" destOrd="0" presId="urn:microsoft.com/office/officeart/2005/8/layout/orgChart1"/>
    <dgm:cxn modelId="{412064CE-1022-4119-86E6-44F44E81BEC6}" type="presParOf" srcId="{B2F4D7F0-15D9-43DA-83CA-93A9442984EB}" destId="{315E7E6C-FB55-437B-8D7E-1709739B9B86}" srcOrd="1" destOrd="0" presId="urn:microsoft.com/office/officeart/2005/8/layout/orgChart1"/>
    <dgm:cxn modelId="{8F6A3FFE-FC28-47DB-B6B5-7D26C237E6ED}" type="presParOf" srcId="{B2F4D7F0-15D9-43DA-83CA-93A9442984EB}" destId="{F592D362-7582-42B6-9786-D412A11BD2F8}" srcOrd="2" destOrd="0" presId="urn:microsoft.com/office/officeart/2005/8/layout/orgChart1"/>
    <dgm:cxn modelId="{56D181C9-2E35-490E-8C4B-D522D965CEB4}" type="presParOf" srcId="{7AC0B371-1FF9-412C-9723-AFEF01C07A8F}" destId="{FA8940DA-325D-4608-B066-C43892D80BB4}" srcOrd="2" destOrd="0" presId="urn:microsoft.com/office/officeart/2005/8/layout/orgChart1"/>
    <dgm:cxn modelId="{0FCE0A08-1413-4FC9-A426-E6A5C00FB60B}" type="presParOf" srcId="{7AC0B371-1FF9-412C-9723-AFEF01C07A8F}" destId="{BDF8A98F-D131-4CC6-974D-DCB5BB151B2A}" srcOrd="3" destOrd="0" presId="urn:microsoft.com/office/officeart/2005/8/layout/orgChart1"/>
    <dgm:cxn modelId="{05ED9FC8-47AD-4308-AEA0-08EA6B0B4B1D}" type="presParOf" srcId="{BDF8A98F-D131-4CC6-974D-DCB5BB151B2A}" destId="{BA095775-1820-41AE-826B-392CBDC31B1D}" srcOrd="0" destOrd="0" presId="urn:microsoft.com/office/officeart/2005/8/layout/orgChart1"/>
    <dgm:cxn modelId="{4C94A951-48C0-4F35-8386-390F76BFA603}" type="presParOf" srcId="{BA095775-1820-41AE-826B-392CBDC31B1D}" destId="{D388A7E9-EB50-4ED6-A901-B13CDA56C0C1}" srcOrd="0" destOrd="0" presId="urn:microsoft.com/office/officeart/2005/8/layout/orgChart1"/>
    <dgm:cxn modelId="{E11D9471-E5B2-4AEA-82C6-5BD3F23BCB0A}" type="presParOf" srcId="{BA095775-1820-41AE-826B-392CBDC31B1D}" destId="{3D33F9F7-C003-4FA4-A59F-8AB3B55216F1}" srcOrd="1" destOrd="0" presId="urn:microsoft.com/office/officeart/2005/8/layout/orgChart1"/>
    <dgm:cxn modelId="{E7FF9E2A-9A76-43D5-9D9A-A2191FFF4654}" type="presParOf" srcId="{BDF8A98F-D131-4CC6-974D-DCB5BB151B2A}" destId="{50097B51-7C59-4325-AD9D-42203E252512}" srcOrd="1" destOrd="0" presId="urn:microsoft.com/office/officeart/2005/8/layout/orgChart1"/>
    <dgm:cxn modelId="{8134058F-EB2A-403C-9F60-499FA6E41E73}" type="presParOf" srcId="{BDF8A98F-D131-4CC6-974D-DCB5BB151B2A}" destId="{7423E553-D43A-472E-A879-98CEA472987D}" srcOrd="2" destOrd="0" presId="urn:microsoft.com/office/officeart/2005/8/layout/orgChart1"/>
    <dgm:cxn modelId="{3DB00BBA-1B7D-4B3F-B086-2DA10D96EE0E}" type="presParOf" srcId="{7AC0B371-1FF9-412C-9723-AFEF01C07A8F}" destId="{DEFEF2E0-000D-4E11-B6AE-FAC9941D9B54}" srcOrd="4" destOrd="0" presId="urn:microsoft.com/office/officeart/2005/8/layout/orgChart1"/>
    <dgm:cxn modelId="{21F33D6C-00FE-46DC-A0F3-E25449EA9712}" type="presParOf" srcId="{7AC0B371-1FF9-412C-9723-AFEF01C07A8F}" destId="{D4FF1949-2647-4FFD-84C4-21E711FACF6F}" srcOrd="5" destOrd="0" presId="urn:microsoft.com/office/officeart/2005/8/layout/orgChart1"/>
    <dgm:cxn modelId="{8C53229C-5591-4997-845D-09FC55030A20}" type="presParOf" srcId="{D4FF1949-2647-4FFD-84C4-21E711FACF6F}" destId="{559FBCFA-1C70-464E-B6D0-6E2FE6012B72}" srcOrd="0" destOrd="0" presId="urn:microsoft.com/office/officeart/2005/8/layout/orgChart1"/>
    <dgm:cxn modelId="{AE64DF1F-15F5-4DB3-9916-490C26834B1C}" type="presParOf" srcId="{559FBCFA-1C70-464E-B6D0-6E2FE6012B72}" destId="{077FD90E-CE3B-4B7C-A590-381A392CF014}" srcOrd="0" destOrd="0" presId="urn:microsoft.com/office/officeart/2005/8/layout/orgChart1"/>
    <dgm:cxn modelId="{7087F974-ED6F-4F96-8CFB-F2286AF00E81}" type="presParOf" srcId="{559FBCFA-1C70-464E-B6D0-6E2FE6012B72}" destId="{5BAA5A64-72CE-4340-9CA0-E8D7620F9F78}" srcOrd="1" destOrd="0" presId="urn:microsoft.com/office/officeart/2005/8/layout/orgChart1"/>
    <dgm:cxn modelId="{8235BE75-B002-41AF-99FA-1B4738D4840A}" type="presParOf" srcId="{D4FF1949-2647-4FFD-84C4-21E711FACF6F}" destId="{15732FEA-8D86-4E0B-92FF-118F3FD2A1ED}" srcOrd="1" destOrd="0" presId="urn:microsoft.com/office/officeart/2005/8/layout/orgChart1"/>
    <dgm:cxn modelId="{7E2639DC-121B-4778-AE8A-CB81D7E1F62C}" type="presParOf" srcId="{D4FF1949-2647-4FFD-84C4-21E711FACF6F}" destId="{101118E5-899A-4F94-B9A4-9AE0D6793741}" srcOrd="2" destOrd="0" presId="urn:microsoft.com/office/officeart/2005/8/layout/orgChart1"/>
    <dgm:cxn modelId="{C06EDCBC-E893-4B63-9CA2-56FE48720371}" type="presParOf" srcId="{1AEF1954-8F76-4F6D-8FB8-B70ABF3F7702}" destId="{0012DA14-A4D3-4AE0-8E29-177691596B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EF2E0-000D-4E11-B6AE-FAC9941D9B54}">
      <dsp:nvSpPr>
        <dsp:cNvPr id="0" name=""/>
        <dsp:cNvSpPr/>
      </dsp:nvSpPr>
      <dsp:spPr>
        <a:xfrm>
          <a:off x="3704431" y="1415914"/>
          <a:ext cx="2629119" cy="456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146"/>
              </a:lnTo>
              <a:lnTo>
                <a:pt x="2629119" y="228146"/>
              </a:lnTo>
              <a:lnTo>
                <a:pt x="2629119" y="45629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8940DA-325D-4608-B066-C43892D80BB4}">
      <dsp:nvSpPr>
        <dsp:cNvPr id="0" name=""/>
        <dsp:cNvSpPr/>
      </dsp:nvSpPr>
      <dsp:spPr>
        <a:xfrm>
          <a:off x="3632973" y="1415914"/>
          <a:ext cx="91440" cy="446754"/>
        </a:xfrm>
        <a:custGeom>
          <a:avLst/>
          <a:gdLst/>
          <a:ahLst/>
          <a:cxnLst/>
          <a:rect l="0" t="0" r="0" b="0"/>
          <a:pathLst>
            <a:path>
              <a:moveTo>
                <a:pt x="71457" y="0"/>
              </a:moveTo>
              <a:lnTo>
                <a:pt x="71457" y="218608"/>
              </a:lnTo>
              <a:lnTo>
                <a:pt x="45720" y="218608"/>
              </a:lnTo>
              <a:lnTo>
                <a:pt x="45720" y="446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F06ACF-A951-4884-8252-7806AB5976E4}">
      <dsp:nvSpPr>
        <dsp:cNvPr id="0" name=""/>
        <dsp:cNvSpPr/>
      </dsp:nvSpPr>
      <dsp:spPr>
        <a:xfrm>
          <a:off x="1086413" y="1415914"/>
          <a:ext cx="2618017" cy="446754"/>
        </a:xfrm>
        <a:custGeom>
          <a:avLst/>
          <a:gdLst/>
          <a:ahLst/>
          <a:cxnLst/>
          <a:rect l="0" t="0" r="0" b="0"/>
          <a:pathLst>
            <a:path>
              <a:moveTo>
                <a:pt x="2618017" y="0"/>
              </a:moveTo>
              <a:lnTo>
                <a:pt x="2618017" y="218608"/>
              </a:lnTo>
              <a:lnTo>
                <a:pt x="0" y="218608"/>
              </a:lnTo>
              <a:lnTo>
                <a:pt x="0" y="446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80D126-7F6D-4BE1-B7F8-BE76FB35C0BA}">
      <dsp:nvSpPr>
        <dsp:cNvPr id="0" name=""/>
        <dsp:cNvSpPr/>
      </dsp:nvSpPr>
      <dsp:spPr>
        <a:xfrm>
          <a:off x="2618017" y="329501"/>
          <a:ext cx="2172826" cy="108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700" kern="1200" dirty="0"/>
            <a:t>Algemene Administratie van de FISCALITEIT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700" kern="1200" dirty="0"/>
            <a:t>(</a:t>
          </a:r>
          <a:r>
            <a:rPr lang="nl-BE" sz="1700" kern="1200" dirty="0">
              <a:highlight>
                <a:srgbClr val="00FFFF"/>
              </a:highlight>
            </a:rPr>
            <a:t>AA FISC</a:t>
          </a:r>
          <a:r>
            <a:rPr lang="nl-BE" sz="1700" kern="1200" dirty="0"/>
            <a:t>)</a:t>
          </a:r>
        </a:p>
      </dsp:txBody>
      <dsp:txXfrm>
        <a:off x="2618017" y="329501"/>
        <a:ext cx="2172826" cy="1086413"/>
      </dsp:txXfrm>
    </dsp:sp>
    <dsp:sp modelId="{3ADD63A1-D413-4187-9554-D04247D1AFD1}">
      <dsp:nvSpPr>
        <dsp:cNvPr id="0" name=""/>
        <dsp:cNvSpPr/>
      </dsp:nvSpPr>
      <dsp:spPr>
        <a:xfrm>
          <a:off x="0" y="1862668"/>
          <a:ext cx="2172826" cy="108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800" kern="1200" dirty="0">
              <a:solidFill>
                <a:prstClr val="white"/>
              </a:solidFill>
              <a:highlight>
                <a:srgbClr val="00FFFF"/>
              </a:highlight>
              <a:latin typeface="Candara"/>
              <a:ea typeface="+mn-ea"/>
              <a:cs typeface="+mn-cs"/>
            </a:rPr>
            <a:t>P</a:t>
          </a:r>
        </a:p>
        <a:p>
          <a:pPr marL="0"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 dirty="0"/>
            <a:t>(particulieren)</a:t>
          </a:r>
        </a:p>
      </dsp:txBody>
      <dsp:txXfrm>
        <a:off x="0" y="1862668"/>
        <a:ext cx="2172826" cy="1086413"/>
      </dsp:txXfrm>
    </dsp:sp>
    <dsp:sp modelId="{D388A7E9-EB50-4ED6-A901-B13CDA56C0C1}">
      <dsp:nvSpPr>
        <dsp:cNvPr id="0" name=""/>
        <dsp:cNvSpPr/>
      </dsp:nvSpPr>
      <dsp:spPr>
        <a:xfrm>
          <a:off x="2592280" y="1862668"/>
          <a:ext cx="2172826" cy="108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800" kern="1200" dirty="0">
              <a:highlight>
                <a:srgbClr val="00FFFF"/>
              </a:highlight>
            </a:rPr>
            <a:t>KMO</a:t>
          </a:r>
        </a:p>
      </dsp:txBody>
      <dsp:txXfrm>
        <a:off x="2592280" y="1862668"/>
        <a:ext cx="2172826" cy="1086413"/>
      </dsp:txXfrm>
    </dsp:sp>
    <dsp:sp modelId="{077FD90E-CE3B-4B7C-A590-381A392CF014}">
      <dsp:nvSpPr>
        <dsp:cNvPr id="0" name=""/>
        <dsp:cNvSpPr/>
      </dsp:nvSpPr>
      <dsp:spPr>
        <a:xfrm>
          <a:off x="5260380" y="1872207"/>
          <a:ext cx="2146339" cy="12495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800" kern="1200" dirty="0">
              <a:highlight>
                <a:srgbClr val="00FFFF"/>
              </a:highlight>
            </a:rPr>
            <a:t>GO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 dirty="0"/>
            <a:t>(grote ondernemingen)</a:t>
          </a:r>
        </a:p>
      </dsp:txBody>
      <dsp:txXfrm>
        <a:off x="5260380" y="1872207"/>
        <a:ext cx="2146339" cy="12495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50443" y="2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/>
          <a:lstStyle>
            <a:lvl1pPr algn="r">
              <a:defRPr sz="1200"/>
            </a:lvl1pPr>
          </a:lstStyle>
          <a:p>
            <a:fld id="{7948AA95-E0AC-4155-8E44-FD6C1985FB30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 anchor="b"/>
          <a:lstStyle>
            <a:lvl1pPr algn="l">
              <a:defRPr sz="1200"/>
            </a:lvl1pPr>
          </a:lstStyle>
          <a:p>
            <a:r>
              <a:rPr lang="nl-BE"/>
              <a:t>CVO Leerstad / Mario Ryckaert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 anchor="b"/>
          <a:lstStyle>
            <a:lvl1pPr algn="r">
              <a:defRPr sz="1200"/>
            </a:lvl1pPr>
          </a:lstStyle>
          <a:p>
            <a:fld id="{79D99FBA-3BE2-4504-897D-206736F136E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75890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3" y="2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/>
          <a:lstStyle>
            <a:lvl1pPr algn="r">
              <a:defRPr sz="1200"/>
            </a:lvl1pPr>
          </a:lstStyle>
          <a:p>
            <a:fld id="{2CB5617B-3B06-4577-969E-A92EEC59B646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2950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17" tIns="45358" rIns="90717" bIns="45358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0717" tIns="45358" rIns="90717" bIns="45358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 anchor="b"/>
          <a:lstStyle>
            <a:lvl1pPr algn="l">
              <a:defRPr sz="1200"/>
            </a:lvl1pPr>
          </a:lstStyle>
          <a:p>
            <a:r>
              <a:rPr lang="nl-BE"/>
              <a:t>CVO Leerstad / Mario Ryckaert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8" cy="496332"/>
          </a:xfrm>
          <a:prstGeom prst="rect">
            <a:avLst/>
          </a:prstGeom>
        </p:spPr>
        <p:txBody>
          <a:bodyPr vert="horz" lIns="90717" tIns="45358" rIns="90717" bIns="45358" rtlCol="0" anchor="b"/>
          <a:lstStyle>
            <a:lvl1pPr algn="r">
              <a:defRPr sz="1200"/>
            </a:lvl1pPr>
          </a:lstStyle>
          <a:p>
            <a:fld id="{90A23CD3-F73C-465B-8CD4-84F0E6F29E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72048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/>
              <a:t>CVO Leerstad / Mario Ryckaert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A23CD3-F73C-465B-8CD4-84F0E6F29E00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7759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nl-BE"/>
              <a:t>CVO Leerstad / Mario Ryckaert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23CD3-F73C-465B-8CD4-84F0E6F29E00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6595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3704-5BEF-5912-62E3-4AA1D11B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D8EA108-DCE9-8A42-D37F-026F485DE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887BBE7-5F9E-48EA-E523-0F6BC799F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CFCE924-4B94-2741-7D4B-6552D08BBD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nl-BE"/>
              <a:t>CVO Leerstad / Mario Ryckaert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5581278-94B1-1B23-20BC-9155D84B6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23CD3-F73C-465B-8CD4-84F0E6F29E00}" type="slidenum">
              <a:rPr lang="nl-BE" smtClean="0"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7544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5741-C0DB-4848-A1CF-214FB287FC63}" type="datetime1">
              <a:rPr lang="nl-NL" smtClean="0"/>
              <a:t>31-1-2026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700E-3267-4D29-9106-5AC4D7FC7E7B}" type="datetime1">
              <a:rPr lang="nl-NL" smtClean="0"/>
              <a:t>31-1-2026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D593B-3271-4517-BD74-6DD08B36C5D7}" type="datetime1">
              <a:rPr lang="nl-NL" smtClean="0"/>
              <a:t>31-1-2026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CF2A4-9460-4E0B-A7A3-95D6541D8E69}" type="datetime1">
              <a:rPr lang="nl-NL" smtClean="0"/>
              <a:t>31-1-2026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DD12-9E6A-4D77-A389-000E88FD88BA}" type="datetime1">
              <a:rPr lang="nl-NL" smtClean="0"/>
              <a:t>31-1-2026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42AD-9FB9-4192-8BC3-43A9068C00DC}" type="datetime1">
              <a:rPr lang="nl-NL" smtClean="0"/>
              <a:t>31-1-2026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6934-853B-4219-9A56-A2B965DF5D1D}" type="datetime1">
              <a:rPr lang="nl-NL" smtClean="0"/>
              <a:t>31-1-2026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AE68-744F-4D76-91C8-52713BDD997E}" type="datetime1">
              <a:rPr lang="nl-NL" smtClean="0"/>
              <a:t>31-1-2026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560F-264A-4BC2-8F0D-DECF9EE4CABA}" type="datetime1">
              <a:rPr lang="nl-NL" smtClean="0"/>
              <a:t>31-1-2026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B005-2129-4AD5-B00A-76BA0B697D7B}" type="datetime1">
              <a:rPr lang="nl-NL" smtClean="0"/>
              <a:t>31-1-2026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554E-7F57-44A2-A10D-BEA8671491E8}" type="datetime1">
              <a:rPr lang="nl-NL" smtClean="0"/>
              <a:t>31-1-2026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AAA8E37-9F10-4878-B7F2-E7B69419998B}" type="datetime1">
              <a:rPr lang="nl-NL" smtClean="0"/>
              <a:t>31-1-2026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194F973-A731-4524-8AEE-347EF64BFB71}" type="slidenum">
              <a:rPr lang="nl-NL" smtClean="0"/>
              <a:t>‹nr.›</a:t>
            </a:fld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n.belgium.be/nl/tax-on-web-trai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052736"/>
            <a:ext cx="7772400" cy="2327572"/>
          </a:xfrm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nl-NL" sz="4800" u="sng" dirty="0">
                <a:solidFill>
                  <a:schemeClr val="tx1"/>
                </a:solidFill>
              </a:rPr>
              <a:t>Personenbelasting</a:t>
            </a:r>
            <a:br>
              <a:rPr lang="nl-NL" sz="4800" u="sng" dirty="0">
                <a:solidFill>
                  <a:schemeClr val="tx1"/>
                </a:solidFill>
              </a:rPr>
            </a:br>
            <a:r>
              <a:rPr lang="nl-NL" sz="4800" u="sng" dirty="0">
                <a:solidFill>
                  <a:schemeClr val="tx1"/>
                </a:solidFill>
              </a:rPr>
              <a:t>HOGENT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241151"/>
          </a:xfrm>
          <a:ln>
            <a:solidFill>
              <a:srgbClr val="0070C0"/>
            </a:solidFill>
          </a:ln>
        </p:spPr>
        <p:txBody>
          <a:bodyPr>
            <a:normAutofit fontScale="77500" lnSpcReduction="20000"/>
          </a:bodyPr>
          <a:lstStyle/>
          <a:p>
            <a:endParaRPr lang="nl-NL" sz="200" b="1" dirty="0"/>
          </a:p>
          <a:p>
            <a:endParaRPr lang="nl-NL" sz="4400" b="1" dirty="0">
              <a:solidFill>
                <a:schemeClr val="tx1"/>
              </a:solidFill>
            </a:endParaRPr>
          </a:p>
          <a:p>
            <a:r>
              <a:rPr lang="nl-NL" sz="4400" b="1" dirty="0">
                <a:solidFill>
                  <a:schemeClr val="tx1"/>
                </a:solidFill>
              </a:rPr>
              <a:t>Campus Gent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5868144" y="5661248"/>
            <a:ext cx="25202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Mario Ryckaert en Elke De Blauwe</a:t>
            </a:r>
          </a:p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BA9E422-9533-2D3E-56E7-0A8601E1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 err="1"/>
              <a:t>updated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Elke De </a:t>
            </a:r>
            <a:r>
              <a:rPr lang="nl-BE" dirty="0" err="1"/>
              <a:t>BLauwe</a:t>
            </a:r>
            <a:r>
              <a:rPr lang="nl-BE" dirty="0"/>
              <a:t> 31-1-2026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183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627063" lvl="2" indent="0">
              <a:buNone/>
            </a:pPr>
            <a:r>
              <a:rPr lang="nl-BE" sz="4400" b="1" u="sng" dirty="0">
                <a:solidFill>
                  <a:schemeClr val="tx1"/>
                </a:solidFill>
              </a:rPr>
              <a:t>PLANNING</a:t>
            </a:r>
            <a:endParaRPr lang="nl-BE" sz="3200" b="1" u="sng" dirty="0">
              <a:solidFill>
                <a:schemeClr val="tx1"/>
              </a:solidFill>
            </a:endParaRPr>
          </a:p>
          <a:p>
            <a:pPr marL="627063" lvl="2" indent="0">
              <a:buNone/>
            </a:pPr>
            <a:endParaRPr lang="nl-BE" sz="1600" b="1" u="sng" dirty="0">
              <a:solidFill>
                <a:schemeClr val="tx1"/>
              </a:solidFill>
            </a:endParaRPr>
          </a:p>
          <a:p>
            <a:pPr marL="1084263" lvl="2" indent="-457200">
              <a:buAutoNum type="arabicPeriod"/>
            </a:pPr>
            <a:r>
              <a:rPr lang="nl-BE" sz="3600" b="1" dirty="0">
                <a:solidFill>
                  <a:schemeClr val="tx1"/>
                </a:solidFill>
              </a:rPr>
              <a:t>Welkom en kennismaking</a:t>
            </a:r>
          </a:p>
          <a:p>
            <a:pPr marL="1084263" lvl="2" indent="-457200">
              <a:buAutoNum type="arabicPeriod"/>
            </a:pPr>
            <a:r>
              <a:rPr lang="nl-BE" sz="3600" b="1" dirty="0">
                <a:solidFill>
                  <a:schemeClr val="tx1"/>
                </a:solidFill>
              </a:rPr>
              <a:t>Praktische afspraken</a:t>
            </a:r>
          </a:p>
          <a:p>
            <a:pPr marL="1084263" lvl="2" indent="-457200">
              <a:buAutoNum type="arabicPeriod"/>
            </a:pPr>
            <a:r>
              <a:rPr lang="nl-BE" sz="3600" b="1" dirty="0">
                <a:solidFill>
                  <a:schemeClr val="tx1"/>
                </a:solidFill>
              </a:rPr>
              <a:t>Ambitie vak PB</a:t>
            </a:r>
          </a:p>
          <a:p>
            <a:pPr marL="1084263" lvl="2" indent="-457200">
              <a:buAutoNum type="arabicPeriod"/>
            </a:pPr>
            <a:r>
              <a:rPr lang="nl-BE" sz="3600" b="1" dirty="0">
                <a:solidFill>
                  <a:schemeClr val="tx1"/>
                </a:solidFill>
              </a:rPr>
              <a:t>Algemene situering PB </a:t>
            </a:r>
          </a:p>
          <a:p>
            <a:pPr marL="1084263" lvl="2" indent="-457200">
              <a:buAutoNum type="arabicPeriod"/>
            </a:pPr>
            <a:r>
              <a:rPr lang="nl-BE" sz="3600" b="1" dirty="0">
                <a:solidFill>
                  <a:schemeClr val="tx1"/>
                </a:solidFill>
              </a:rPr>
              <a:t>Aangifte PB Aanslagjaar 2025</a:t>
            </a:r>
          </a:p>
          <a:p>
            <a:pPr marL="1084263" lvl="2" indent="-457200">
              <a:buAutoNum type="arabicPeriod"/>
            </a:pPr>
            <a:endParaRPr lang="nl-BE" sz="3600" b="1" dirty="0">
              <a:solidFill>
                <a:schemeClr val="tx1"/>
              </a:solidFill>
            </a:endParaRPr>
          </a:p>
          <a:p>
            <a:pPr marL="627063" lvl="2" indent="0">
              <a:buNone/>
            </a:pPr>
            <a:endParaRPr lang="nl-BE" sz="3600" dirty="0">
              <a:solidFill>
                <a:schemeClr val="tx1"/>
              </a:solidFill>
            </a:endParaRPr>
          </a:p>
          <a:p>
            <a:pPr marL="627063" lvl="2" indent="0">
              <a:buNone/>
            </a:pPr>
            <a:endParaRPr lang="nl-BE" sz="2400" dirty="0">
              <a:solidFill>
                <a:schemeClr val="tx1"/>
              </a:solidFill>
            </a:endParaRPr>
          </a:p>
          <a:p>
            <a:pPr marL="627063" lvl="2" indent="0">
              <a:buNone/>
            </a:pPr>
            <a:endParaRPr lang="nl-BE" sz="2400" dirty="0">
              <a:solidFill>
                <a:schemeClr val="tx1"/>
              </a:solidFill>
            </a:endParaRPr>
          </a:p>
          <a:p>
            <a:pPr marL="627063" lvl="2" indent="0">
              <a:buNone/>
            </a:pPr>
            <a:endParaRPr lang="nl-BE" sz="240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87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616624"/>
          </a:xfrm>
          <a:ln>
            <a:solidFill>
              <a:schemeClr val="accent1"/>
            </a:solidFill>
          </a:ln>
        </p:spPr>
        <p:txBody>
          <a:bodyPr>
            <a:normAutofit fontScale="32500" lnSpcReduction="20000"/>
          </a:bodyPr>
          <a:lstStyle/>
          <a:p>
            <a:pPr marL="45720" indent="0">
              <a:buNone/>
            </a:pPr>
            <a:endParaRPr lang="nl-BE" sz="3600" b="1" u="sng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nl-BE" sz="10200" u="sng" dirty="0">
                <a:solidFill>
                  <a:schemeClr val="tx1"/>
                </a:solidFill>
              </a:rPr>
              <a:t>Contactgegevens docent</a:t>
            </a:r>
            <a:r>
              <a:rPr lang="nl-BE" sz="10200" dirty="0">
                <a:solidFill>
                  <a:schemeClr val="tx1"/>
                </a:solidFill>
              </a:rPr>
              <a:t> :</a:t>
            </a:r>
          </a:p>
          <a:p>
            <a:pPr marL="45720" indent="0">
              <a:buNone/>
            </a:pPr>
            <a:endParaRPr lang="nl-BE" sz="84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nl-BE" sz="8400" u="sng" dirty="0">
                <a:solidFill>
                  <a:schemeClr val="tx1"/>
                </a:solidFill>
              </a:rPr>
              <a:t>Tel</a:t>
            </a:r>
            <a:r>
              <a:rPr lang="nl-BE" sz="8400" dirty="0">
                <a:solidFill>
                  <a:schemeClr val="tx1"/>
                </a:solidFill>
              </a:rPr>
              <a:t> : 0496/849242</a:t>
            </a:r>
          </a:p>
          <a:p>
            <a:pPr marL="45720" indent="0">
              <a:buNone/>
            </a:pPr>
            <a:endParaRPr lang="nl-BE" sz="84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nl-BE" sz="8400" u="sng" dirty="0">
                <a:solidFill>
                  <a:schemeClr val="tx1"/>
                </a:solidFill>
              </a:rPr>
              <a:t>Mail</a:t>
            </a:r>
            <a:r>
              <a:rPr lang="nl-BE" sz="8400" dirty="0">
                <a:solidFill>
                  <a:schemeClr val="tx1"/>
                </a:solidFill>
              </a:rPr>
              <a:t> : 	elke.deblauwe@hogent.be</a:t>
            </a:r>
          </a:p>
          <a:p>
            <a:pPr marL="45720" indent="0">
              <a:buNone/>
            </a:pPr>
            <a:endParaRPr lang="nl-BE" sz="84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nl-BE" sz="8400" u="sng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nl-BE" sz="148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nl-BE" sz="14800" dirty="0">
                <a:solidFill>
                  <a:schemeClr val="tx1"/>
                </a:solidFill>
              </a:rPr>
              <a:t>	 </a:t>
            </a:r>
          </a:p>
          <a:p>
            <a:pPr marL="45720" indent="0">
              <a:buNone/>
            </a:pPr>
            <a:endParaRPr lang="nl-BE" sz="40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nl-BE" sz="280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13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nl-BE" sz="4800" b="1" u="sng" dirty="0">
                <a:solidFill>
                  <a:schemeClr val="tx1"/>
                </a:solidFill>
              </a:rPr>
              <a:t>2. Praktische afspraken </a:t>
            </a:r>
          </a:p>
          <a:p>
            <a:pPr marL="45720" indent="0">
              <a:buNone/>
            </a:pPr>
            <a:endParaRPr lang="nl-BE" sz="1200" b="1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Start : </a:t>
            </a:r>
            <a:r>
              <a:rPr lang="nl-BE" sz="4000" dirty="0" err="1">
                <a:solidFill>
                  <a:schemeClr val="tx1"/>
                </a:solidFill>
              </a:rPr>
              <a:t>woensag</a:t>
            </a:r>
            <a:r>
              <a:rPr lang="nl-BE" sz="4000" dirty="0">
                <a:solidFill>
                  <a:schemeClr val="tx1"/>
                </a:solidFill>
              </a:rPr>
              <a:t>  11-2 </a:t>
            </a:r>
            <a:br>
              <a:rPr lang="nl-BE" sz="4000" dirty="0">
                <a:solidFill>
                  <a:schemeClr val="tx1"/>
                </a:solidFill>
              </a:rPr>
            </a:br>
            <a:r>
              <a:rPr lang="nl-BE" sz="4000" dirty="0">
                <a:solidFill>
                  <a:schemeClr val="tx1"/>
                </a:solidFill>
              </a:rPr>
              <a:t>lokaal  SCH B 2.2018 </a:t>
            </a:r>
            <a:r>
              <a:rPr lang="nl-BE" sz="1100" dirty="0">
                <a:solidFill>
                  <a:schemeClr val="tx1"/>
                </a:solidFill>
              </a:rPr>
              <a:t>(kan nog wijzigen)</a:t>
            </a:r>
          </a:p>
          <a:p>
            <a:pPr>
              <a:buFont typeface="Arial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 13h-16h30</a:t>
            </a:r>
            <a:endParaRPr lang="nl-BE" sz="3800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nl-BE" sz="4000" dirty="0" err="1">
                <a:solidFill>
                  <a:schemeClr val="tx1"/>
                </a:solidFill>
              </a:rPr>
              <a:t>Chamilo</a:t>
            </a:r>
            <a:r>
              <a:rPr lang="nl-BE" sz="4000" dirty="0">
                <a:solidFill>
                  <a:schemeClr val="tx1"/>
                </a:solidFill>
              </a:rPr>
              <a:t> </a:t>
            </a:r>
            <a:r>
              <a:rPr lang="nl-BE" sz="4000" dirty="0" err="1">
                <a:solidFill>
                  <a:schemeClr val="tx1"/>
                </a:solidFill>
              </a:rPr>
              <a:t>leerpad</a:t>
            </a:r>
            <a:r>
              <a:rPr lang="nl-BE" sz="4000" dirty="0">
                <a:solidFill>
                  <a:schemeClr val="tx1"/>
                </a:solidFill>
              </a:rPr>
              <a:t>=leidraad</a:t>
            </a:r>
          </a:p>
          <a:p>
            <a:pPr>
              <a:buFont typeface="Arial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Colleges combinatie theorie en</a:t>
            </a:r>
          </a:p>
          <a:p>
            <a:pPr marL="0" indent="0">
              <a:buNone/>
            </a:pPr>
            <a:r>
              <a:rPr lang="nl-BE" sz="4000" dirty="0">
                <a:solidFill>
                  <a:schemeClr val="tx1"/>
                </a:solidFill>
              </a:rPr>
              <a:t>WPL</a:t>
            </a:r>
          </a:p>
          <a:p>
            <a:pPr marL="0" indent="0">
              <a:buNone/>
            </a:pPr>
            <a:endParaRPr lang="nl-BE" sz="4000" dirty="0">
              <a:solidFill>
                <a:schemeClr val="tx1"/>
              </a:solidFill>
            </a:endParaRPr>
          </a:p>
          <a:p>
            <a:pPr marL="627063" lvl="2" indent="0">
              <a:buNone/>
            </a:pPr>
            <a:endParaRPr lang="nl-BE" sz="3600" dirty="0"/>
          </a:p>
          <a:p>
            <a:pPr marL="627063" lvl="2" indent="0">
              <a:buNone/>
            </a:pPr>
            <a:endParaRPr lang="nl-BE" sz="2400" dirty="0"/>
          </a:p>
          <a:p>
            <a:pPr marL="627063" lvl="2" indent="0">
              <a:buNone/>
            </a:pPr>
            <a:endParaRPr lang="nl-BE" sz="2400" dirty="0"/>
          </a:p>
          <a:p>
            <a:pPr marL="627063" lvl="2" indent="0">
              <a:buNone/>
            </a:pPr>
            <a:endParaRPr lang="nl-BE" sz="2400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89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815A595-D107-4D50-B77A-58F766D1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B9B5FA1-2718-4E70-8A3F-B348EE9793F9}"/>
              </a:ext>
            </a:extLst>
          </p:cNvPr>
          <p:cNvSpPr/>
          <p:nvPr/>
        </p:nvSpPr>
        <p:spPr>
          <a:xfrm>
            <a:off x="647564" y="332656"/>
            <a:ext cx="7848872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7063" lvl="2" indent="0">
              <a:buNone/>
            </a:pPr>
            <a:endParaRPr lang="nl-BE" u="sng" dirty="0"/>
          </a:p>
          <a:p>
            <a:pPr indent="-287337"/>
            <a:r>
              <a:rPr lang="nl-BE" sz="3200" u="sng" dirty="0"/>
              <a:t>handboek</a:t>
            </a:r>
            <a:r>
              <a:rPr lang="nl-BE" sz="3200" dirty="0"/>
              <a:t> :</a:t>
            </a:r>
          </a:p>
          <a:p>
            <a:r>
              <a:rPr lang="nl-BE" sz="2800" dirty="0"/>
              <a:t>“Praktisch Personenbelasting” (</a:t>
            </a:r>
            <a:r>
              <a:rPr lang="nl-BE" sz="2800" dirty="0" err="1"/>
              <a:t>S.Hugelier</a:t>
            </a:r>
            <a:r>
              <a:rPr lang="nl-BE" sz="2800" dirty="0"/>
              <a:t>)</a:t>
            </a:r>
          </a:p>
          <a:p>
            <a:r>
              <a:rPr lang="nl-BE" sz="2800" dirty="0"/>
              <a:t>Editie 2025 !</a:t>
            </a:r>
          </a:p>
          <a:p>
            <a:r>
              <a:rPr lang="nl-BE" sz="2800" dirty="0"/>
              <a:t>Uitgeverij De </a:t>
            </a:r>
            <a:r>
              <a:rPr lang="nl-BE" sz="2800" dirty="0" err="1"/>
              <a:t>Boeck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267372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4000" dirty="0">
                <a:solidFill>
                  <a:schemeClr val="tx1"/>
                </a:solidFill>
                <a:highlight>
                  <a:srgbClr val="00FFFF"/>
                </a:highlight>
              </a:rPr>
              <a:t>Evaluatie PB </a:t>
            </a:r>
            <a:r>
              <a:rPr lang="nl-BE" sz="4000" dirty="0">
                <a:solidFill>
                  <a:schemeClr val="tx1"/>
                </a:solidFill>
              </a:rPr>
              <a:t>: concreet :</a:t>
            </a:r>
          </a:p>
          <a:p>
            <a:pPr marL="0" indent="0">
              <a:buNone/>
            </a:pPr>
            <a:r>
              <a:rPr lang="nl-BE" sz="4000" b="1" dirty="0">
                <a:solidFill>
                  <a:schemeClr val="tx1"/>
                </a:solidFill>
              </a:rPr>
              <a:t>70% punten </a:t>
            </a:r>
            <a:r>
              <a:rPr lang="nl-BE" sz="4000" dirty="0">
                <a:solidFill>
                  <a:schemeClr val="tx1"/>
                </a:solidFill>
              </a:rPr>
              <a:t>: EXAMEN   </a:t>
            </a:r>
          </a:p>
          <a:p>
            <a:pPr marL="0" indent="0">
              <a:buNone/>
            </a:pPr>
            <a:r>
              <a:rPr lang="nl-BE" sz="4000" dirty="0">
                <a:solidFill>
                  <a:schemeClr val="tx1"/>
                </a:solidFill>
              </a:rPr>
              <a:t>  </a:t>
            </a:r>
            <a:r>
              <a:rPr lang="nl-BE" sz="3600" u="sng" dirty="0">
                <a:solidFill>
                  <a:schemeClr val="tx1"/>
                </a:solidFill>
              </a:rPr>
              <a:t>deel praktijk  + deel theorie</a:t>
            </a:r>
            <a:br>
              <a:rPr lang="nl-BE" sz="3600" dirty="0">
                <a:solidFill>
                  <a:schemeClr val="tx1"/>
                </a:solidFill>
              </a:rPr>
            </a:br>
            <a:r>
              <a:rPr lang="nl-BE" sz="3600" dirty="0">
                <a:solidFill>
                  <a:schemeClr val="tx1"/>
                </a:solidFill>
              </a:rPr>
              <a:t>Volledig openboekexamen</a:t>
            </a:r>
          </a:p>
          <a:p>
            <a:pPr marL="0" indent="0">
              <a:buNone/>
            </a:pPr>
            <a:r>
              <a:rPr lang="nl-BE" sz="4000" b="1" dirty="0">
                <a:solidFill>
                  <a:schemeClr val="tx1"/>
                </a:solidFill>
              </a:rPr>
              <a:t>30% punten </a:t>
            </a:r>
            <a:r>
              <a:rPr lang="nl-BE" sz="4000" dirty="0">
                <a:solidFill>
                  <a:schemeClr val="tx1"/>
                </a:solidFill>
              </a:rPr>
              <a:t>: WPL</a:t>
            </a:r>
          </a:p>
          <a:p>
            <a:pPr marL="0" indent="0">
              <a:buNone/>
            </a:pPr>
            <a:r>
              <a:rPr lang="nl-BE" sz="4000" dirty="0">
                <a:solidFill>
                  <a:schemeClr val="tx1"/>
                </a:solidFill>
              </a:rPr>
              <a:t>  </a:t>
            </a:r>
            <a:r>
              <a:rPr lang="nl-BE" sz="3600" dirty="0">
                <a:solidFill>
                  <a:schemeClr val="tx1"/>
                </a:solidFill>
              </a:rPr>
              <a:t>opdrachten tijdens jaar via </a:t>
            </a:r>
            <a:r>
              <a:rPr lang="nl-BE" sz="3600" dirty="0" err="1">
                <a:solidFill>
                  <a:schemeClr val="tx1"/>
                </a:solidFill>
              </a:rPr>
              <a:t>Chamilo</a:t>
            </a:r>
            <a:endParaRPr lang="nl-BE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BE" b="1" dirty="0">
                <a:solidFill>
                  <a:srgbClr val="FF0000"/>
                </a:solidFill>
              </a:rPr>
              <a:t>--</a:t>
            </a:r>
            <a:r>
              <a:rPr lang="nl-BE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nl-BE" b="1" dirty="0">
                <a:solidFill>
                  <a:srgbClr val="FF0000"/>
                </a:solidFill>
              </a:rPr>
              <a:t>Je moet geslaagd zijn op beide onderdelen</a:t>
            </a:r>
          </a:p>
          <a:p>
            <a:pPr marL="0" indent="0">
              <a:buNone/>
            </a:pPr>
            <a:endParaRPr lang="nl-BE" sz="3600" dirty="0"/>
          </a:p>
          <a:p>
            <a:pPr marL="627063" lvl="2" indent="0">
              <a:buNone/>
            </a:pPr>
            <a:endParaRPr lang="nl-BE" sz="2400" dirty="0"/>
          </a:p>
          <a:p>
            <a:pPr marL="627063" lvl="2" indent="0">
              <a:buNone/>
            </a:pPr>
            <a:endParaRPr lang="nl-BE" sz="2400" dirty="0"/>
          </a:p>
          <a:p>
            <a:pPr marL="627063" lvl="2" indent="0">
              <a:buNone/>
            </a:pPr>
            <a:endParaRPr lang="nl-BE" sz="2400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63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620688"/>
            <a:ext cx="7804389" cy="550547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nl-BE" sz="4000" b="1" u="sng" dirty="0">
                <a:solidFill>
                  <a:schemeClr val="tx1"/>
                </a:solidFill>
              </a:rPr>
              <a:t>3. Ambitie vak PERSONENBELASTING</a:t>
            </a:r>
          </a:p>
          <a:p>
            <a:pPr marL="617220" indent="-571500">
              <a:buFont typeface="Arial" panose="020B0604020202020204" pitchFamily="34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Stevige basis</a:t>
            </a:r>
          </a:p>
          <a:p>
            <a:pPr marL="617220" indent="-571500">
              <a:buFont typeface="Arial" panose="020B0604020202020204" pitchFamily="34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Aangifte invullen</a:t>
            </a:r>
          </a:p>
          <a:p>
            <a:pPr marL="617220" indent="-571500">
              <a:buFont typeface="Arial" panose="020B0604020202020204" pitchFamily="34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Bepalen van het GBI</a:t>
            </a:r>
          </a:p>
          <a:p>
            <a:pPr marL="617220" indent="-571500">
              <a:buFont typeface="Arial" panose="020B0604020202020204" pitchFamily="34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Advies formuleren</a:t>
            </a:r>
          </a:p>
          <a:p>
            <a:pPr marL="617220" indent="-571500">
              <a:buFont typeface="Arial" panose="020B0604020202020204" pitchFamily="34" charset="0"/>
              <a:buChar char="•"/>
            </a:pPr>
            <a:r>
              <a:rPr lang="nl-BE" sz="4000" dirty="0">
                <a:solidFill>
                  <a:schemeClr val="tx1"/>
                </a:solidFill>
              </a:rPr>
              <a:t>Fiscale actualiteit</a:t>
            </a:r>
          </a:p>
          <a:p>
            <a:pPr marL="45720" indent="0">
              <a:buNone/>
            </a:pPr>
            <a:endParaRPr lang="nl-BE" sz="40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nl-BE" sz="3600" dirty="0">
                <a:solidFill>
                  <a:schemeClr val="tx1"/>
                </a:solidFill>
              </a:rPr>
              <a:t>-&gt; Praktische benadering !</a:t>
            </a:r>
          </a:p>
          <a:p>
            <a:pPr marL="45720" indent="0">
              <a:buNone/>
            </a:pPr>
            <a:r>
              <a:rPr lang="nl-BE" sz="3600" dirty="0">
                <a:solidFill>
                  <a:schemeClr val="tx1"/>
                </a:solidFill>
              </a:rPr>
              <a:t>-&gt; Aangifte PB staat centraal</a:t>
            </a:r>
            <a:endParaRPr lang="nl-BE" sz="2400" dirty="0">
              <a:solidFill>
                <a:schemeClr val="tx1"/>
              </a:solidFill>
            </a:endParaRPr>
          </a:p>
          <a:p>
            <a:pPr marL="627063" lvl="2" indent="0">
              <a:buNone/>
            </a:pPr>
            <a:endParaRPr lang="nl-BE" sz="240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8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620688"/>
            <a:ext cx="7948405" cy="5505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nl-BE" sz="4600" b="1" u="sng" dirty="0">
                <a:solidFill>
                  <a:schemeClr val="tx1"/>
                </a:solidFill>
              </a:rPr>
              <a:t>4. Algemene situering PB</a:t>
            </a:r>
          </a:p>
          <a:p>
            <a:pPr marL="45720" indent="0">
              <a:buNone/>
            </a:pPr>
            <a:endParaRPr lang="nl-BE" sz="1200" b="1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nl-BE" sz="3000" dirty="0">
                <a:solidFill>
                  <a:schemeClr val="tx1"/>
                </a:solidFill>
              </a:rPr>
              <a:t>4.1 Waarom “belastingen” ? </a:t>
            </a:r>
          </a:p>
          <a:p>
            <a:pPr marL="45720" indent="0">
              <a:buNone/>
            </a:pPr>
            <a:r>
              <a:rPr lang="nl-BE" sz="3000" dirty="0">
                <a:solidFill>
                  <a:schemeClr val="tx1"/>
                </a:solidFill>
              </a:rPr>
              <a:t>4. 2 Wat zijn “belastingen” ? </a:t>
            </a:r>
          </a:p>
          <a:p>
            <a:pPr marL="45720" indent="0">
              <a:buNone/>
            </a:pPr>
            <a:r>
              <a:rPr lang="nl-BE" sz="3000" dirty="0">
                <a:solidFill>
                  <a:schemeClr val="tx1"/>
                </a:solidFill>
              </a:rPr>
              <a:t>4.3  Situering fiscale wetgeving</a:t>
            </a:r>
          </a:p>
          <a:p>
            <a:pPr marL="45720" indent="0">
              <a:buNone/>
            </a:pPr>
            <a:r>
              <a:rPr lang="nl-BE" sz="3000" dirty="0">
                <a:solidFill>
                  <a:schemeClr val="tx1"/>
                </a:solidFill>
              </a:rPr>
              <a:t>4.4 Kenmerken belastingwetten </a:t>
            </a:r>
          </a:p>
          <a:p>
            <a:pPr marL="45720" indent="0">
              <a:buNone/>
            </a:pPr>
            <a:r>
              <a:rPr lang="nl-BE" sz="3000" dirty="0">
                <a:solidFill>
                  <a:schemeClr val="tx1"/>
                </a:solidFill>
              </a:rPr>
              <a:t>4.5 Uitvoering belastingwetten</a:t>
            </a:r>
          </a:p>
          <a:p>
            <a:pPr marL="45720" indent="0">
              <a:buNone/>
            </a:pPr>
            <a:r>
              <a:rPr lang="nl-BE" sz="3000" dirty="0">
                <a:solidFill>
                  <a:schemeClr val="tx1"/>
                </a:solidFill>
              </a:rPr>
              <a:t>4.6 De inkomsten van de overheid</a:t>
            </a:r>
          </a:p>
          <a:p>
            <a:pPr marL="627063" lvl="2" indent="0">
              <a:buNone/>
            </a:pPr>
            <a:endParaRPr lang="nl-BE" sz="3600" dirty="0"/>
          </a:p>
          <a:p>
            <a:pPr marL="627063" lvl="2" indent="0">
              <a:buNone/>
            </a:pPr>
            <a:endParaRPr lang="nl-BE" sz="2400" dirty="0"/>
          </a:p>
          <a:p>
            <a:pPr marL="627063" lvl="2" indent="0">
              <a:buNone/>
            </a:pPr>
            <a:endParaRPr lang="nl-BE" sz="2400" dirty="0"/>
          </a:p>
          <a:p>
            <a:pPr marL="627063" lvl="2" indent="0">
              <a:buNone/>
            </a:pPr>
            <a:endParaRPr lang="nl-BE" sz="2400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0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nl-BE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4.1 </a:t>
            </a:r>
            <a:r>
              <a:rPr lang="nl-BE" sz="3200" b="1" u="sng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Waarvoor dienen belastingen</a:t>
            </a:r>
            <a:r>
              <a:rPr lang="nl-BE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8A9F8DC8-42CD-470E-9CB6-6D28212CC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19" b="34176"/>
          <a:stretch/>
        </p:blipFill>
        <p:spPr>
          <a:xfrm>
            <a:off x="827584" y="1340768"/>
            <a:ext cx="7488832" cy="4752528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AC2F62-71DF-D943-2EA7-F4DD6BDB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959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8A9F8DC8-42CD-470E-9CB6-6D28212CC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7195" b="2311"/>
          <a:stretch/>
        </p:blipFill>
        <p:spPr>
          <a:xfrm>
            <a:off x="611560" y="1052736"/>
            <a:ext cx="7992888" cy="4752528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3FDE2D6-7F3A-35FE-13D1-0CC2707A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945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232756"/>
            <a:ext cx="7920880" cy="4392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800" dirty="0">
                <a:solidFill>
                  <a:schemeClr val="tx1"/>
                </a:solidFill>
              </a:rPr>
              <a:t>Fiscaal wetboek (WIB92) bevat zelf geen definitie</a:t>
            </a:r>
          </a:p>
          <a:p>
            <a:pPr marL="0" indent="0">
              <a:buNone/>
            </a:pPr>
            <a:endParaRPr lang="nl-BE" sz="16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BE" sz="2800" b="1" u="sng" dirty="0">
                <a:solidFill>
                  <a:schemeClr val="tx1"/>
                </a:solidFill>
              </a:rPr>
              <a:t>Hof van Cassatie:</a:t>
            </a:r>
            <a:r>
              <a:rPr lang="nl-BE" sz="2800" dirty="0">
                <a:solidFill>
                  <a:schemeClr val="tx1"/>
                </a:solidFill>
              </a:rPr>
              <a:t> </a:t>
            </a:r>
            <a:endParaRPr lang="nl-BE" sz="28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BE" sz="2800" i="1" dirty="0">
                <a:solidFill>
                  <a:schemeClr val="tx1"/>
                </a:solidFill>
              </a:rPr>
              <a:t>“Een belasting is een </a:t>
            </a:r>
            <a:r>
              <a:rPr lang="nl-BE" sz="2800" u="sng" dirty="0">
                <a:solidFill>
                  <a:schemeClr val="tx1"/>
                </a:solidFill>
              </a:rPr>
              <a:t>bijdrage</a:t>
            </a:r>
            <a:r>
              <a:rPr lang="nl-BE" sz="2800" dirty="0">
                <a:solidFill>
                  <a:schemeClr val="tx1"/>
                </a:solidFill>
              </a:rPr>
              <a:t> </a:t>
            </a:r>
            <a:r>
              <a:rPr lang="nl-BE" sz="2800" b="1" u="sng" dirty="0">
                <a:solidFill>
                  <a:schemeClr val="tx1"/>
                </a:solidFill>
              </a:rPr>
              <a:t>opgelegd</a:t>
            </a:r>
            <a:r>
              <a:rPr lang="nl-BE" sz="2800" dirty="0">
                <a:solidFill>
                  <a:schemeClr val="tx1"/>
                </a:solidFill>
              </a:rPr>
              <a:t> </a:t>
            </a:r>
            <a:r>
              <a:rPr lang="nl-BE" sz="2800" u="sng" dirty="0">
                <a:solidFill>
                  <a:schemeClr val="tx1"/>
                </a:solidFill>
              </a:rPr>
              <a:t>door de openbare instellingen</a:t>
            </a:r>
            <a:r>
              <a:rPr lang="nl-BE" sz="2800" dirty="0">
                <a:solidFill>
                  <a:schemeClr val="tx1"/>
                </a:solidFill>
              </a:rPr>
              <a:t> </a:t>
            </a:r>
            <a:r>
              <a:rPr lang="nl-BE" sz="2800" u="sng" dirty="0">
                <a:solidFill>
                  <a:schemeClr val="tx1"/>
                </a:solidFill>
              </a:rPr>
              <a:t>voor de noodwendigheden van hun diensten van algemeen nut</a:t>
            </a:r>
            <a:r>
              <a:rPr lang="nl-BE" sz="2800" i="1" dirty="0">
                <a:solidFill>
                  <a:schemeClr val="tx1"/>
                </a:solidFill>
              </a:rPr>
              <a:t>, opgelegd aan de personen of instellingen die gevestigd zijn op het grondgebied van die instellingen of die er belangen in hebben (…)”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1002440"/>
          </a:xfrm>
        </p:spPr>
        <p:txBody>
          <a:bodyPr>
            <a:normAutofit/>
          </a:bodyPr>
          <a:lstStyle/>
          <a:p>
            <a:pPr algn="l"/>
            <a:r>
              <a:rPr lang="nl-BE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4.2 </a:t>
            </a:r>
            <a:r>
              <a:rPr lang="nl-BE" sz="3200" b="1" u="sng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</a:t>
            </a:r>
            <a:r>
              <a:rPr lang="nl-BE" sz="3200" u="sng" dirty="0">
                <a:solidFill>
                  <a:schemeClr val="tx1"/>
                </a:solidFill>
              </a:rPr>
              <a:t> </a:t>
            </a:r>
            <a:r>
              <a:rPr lang="nl-BE" sz="3200" b="1" u="sng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“een belasting</a:t>
            </a:r>
            <a:r>
              <a:rPr lang="nl-BE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?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DF566CF-32EA-3B29-DA55-9324809B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479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72067" y="1591056"/>
            <a:ext cx="7408333" cy="4535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800" dirty="0">
                <a:solidFill>
                  <a:schemeClr val="tx1"/>
                </a:solidFill>
              </a:rPr>
              <a:t>                      Minister van Financiën </a:t>
            </a:r>
          </a:p>
          <a:p>
            <a:pPr marL="0" indent="0">
              <a:buNone/>
            </a:pPr>
            <a:endParaRPr lang="nl-BE" sz="2800" dirty="0"/>
          </a:p>
          <a:p>
            <a:pPr marL="0" indent="0">
              <a:buNone/>
            </a:pPr>
            <a:endParaRPr lang="nl-BE" sz="28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nl-BE" sz="3200" b="1" dirty="0">
                <a:solidFill>
                  <a:schemeClr val="tx1"/>
                </a:solidFill>
              </a:rPr>
              <a:t>4.3 </a:t>
            </a:r>
            <a:r>
              <a:rPr lang="nl-BE" sz="3200" b="1" u="sng" dirty="0">
                <a:solidFill>
                  <a:schemeClr val="tx1"/>
                </a:solidFill>
              </a:rPr>
              <a:t>Uitvoering belastingwetten </a:t>
            </a:r>
            <a:br>
              <a:rPr lang="nl-BE" sz="3200" b="1" u="sng" dirty="0">
                <a:solidFill>
                  <a:schemeClr val="tx1"/>
                </a:solidFill>
              </a:rPr>
            </a:br>
            <a:r>
              <a:rPr lang="nl-BE" sz="3200" dirty="0">
                <a:solidFill>
                  <a:schemeClr val="tx1"/>
                </a:solidFill>
              </a:rPr>
              <a:t>1° </a:t>
            </a:r>
            <a:r>
              <a:rPr lang="nl-BE" sz="3200" u="sng" dirty="0">
                <a:solidFill>
                  <a:schemeClr val="tx1"/>
                </a:solidFill>
              </a:rPr>
              <a:t>FEDERAAL niveau</a:t>
            </a:r>
            <a:r>
              <a:rPr lang="nl-BE" sz="3200" dirty="0">
                <a:solidFill>
                  <a:schemeClr val="tx1"/>
                </a:solidFill>
              </a:rPr>
              <a:t> : </a:t>
            </a:r>
            <a:r>
              <a:rPr lang="nl-BE" sz="3200" dirty="0">
                <a:solidFill>
                  <a:schemeClr val="tx1"/>
                </a:solidFill>
                <a:highlight>
                  <a:srgbClr val="00FFFF"/>
                </a:highlight>
              </a:rPr>
              <a:t>FOD Financiën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F5C5715-CA00-46FF-ABC9-4ECD3F47C0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63" t="14249" r="14563" b="19186"/>
          <a:stretch/>
        </p:blipFill>
        <p:spPr>
          <a:xfrm>
            <a:off x="1043608" y="2146660"/>
            <a:ext cx="6840760" cy="3874628"/>
          </a:xfrm>
          <a:prstGeom prst="rect">
            <a:avLst/>
          </a:prstGeom>
        </p:spPr>
      </p:pic>
      <p:sp>
        <p:nvSpPr>
          <p:cNvPr id="5" name="Pijl: rechts 4">
            <a:extLst>
              <a:ext uri="{FF2B5EF4-FFF2-40B4-BE49-F238E27FC236}">
                <a16:creationId xmlns:a16="http://schemas.microsoft.com/office/drawing/2014/main" id="{DA7449F6-F39F-4B33-A0F6-3D40561C0968}"/>
              </a:ext>
            </a:extLst>
          </p:cNvPr>
          <p:cNvSpPr/>
          <p:nvPr/>
        </p:nvSpPr>
        <p:spPr>
          <a:xfrm>
            <a:off x="770428" y="4509120"/>
            <a:ext cx="97840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F73DFE5-BF3B-22A2-A064-F83569D8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958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ijdelijke aanduiding voor inhoud 4">
            <a:extLst>
              <a:ext uri="{FF2B5EF4-FFF2-40B4-BE49-F238E27FC236}">
                <a16:creationId xmlns:a16="http://schemas.microsoft.com/office/drawing/2014/main" id="{2E4DFA82-BCCE-4A77-B616-E7A3BCE60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021319"/>
              </p:ext>
            </p:extLst>
          </p:nvPr>
        </p:nvGraphicFramePr>
        <p:xfrm>
          <a:off x="683568" y="1484784"/>
          <a:ext cx="7408862" cy="3451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kstvak 5">
            <a:extLst>
              <a:ext uri="{FF2B5EF4-FFF2-40B4-BE49-F238E27FC236}">
                <a16:creationId xmlns:a16="http://schemas.microsoft.com/office/drawing/2014/main" id="{1EC48D4F-1427-4114-B13D-2E09B0BBDB51}"/>
              </a:ext>
            </a:extLst>
          </p:cNvPr>
          <p:cNvSpPr txBox="1"/>
          <p:nvPr/>
        </p:nvSpPr>
        <p:spPr>
          <a:xfrm>
            <a:off x="1506738" y="764704"/>
            <a:ext cx="72250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800" dirty="0"/>
              <a:t>                 </a:t>
            </a:r>
            <a:r>
              <a:rPr lang="nl-BE" sz="2800" dirty="0">
                <a:highlight>
                  <a:srgbClr val="00FFFF"/>
                </a:highlight>
              </a:rPr>
              <a:t>AA FISCALITEIT                                           </a:t>
            </a:r>
          </a:p>
          <a:p>
            <a:r>
              <a:rPr lang="nl-BE" sz="2800" dirty="0">
                <a:highlight>
                  <a:srgbClr val="00FFFF"/>
                </a:highlight>
              </a:rPr>
              <a:t>= DOELGROEP-georiënteerde organisatie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7B596F7-9705-1279-7B59-DB0A31AA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6307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nl-BE" sz="3200" dirty="0">
                <a:solidFill>
                  <a:schemeClr val="tx1"/>
                </a:solidFill>
              </a:rPr>
              <a:t>2° </a:t>
            </a:r>
            <a:r>
              <a:rPr lang="nl-BE" sz="3200" u="sng" dirty="0">
                <a:solidFill>
                  <a:schemeClr val="tx1"/>
                </a:solidFill>
              </a:rPr>
              <a:t>GEWESTELIJK niveau</a:t>
            </a:r>
            <a:r>
              <a:rPr lang="nl-BE" sz="3200" dirty="0">
                <a:solidFill>
                  <a:schemeClr val="tx1"/>
                </a:solidFill>
              </a:rPr>
              <a:t> : </a:t>
            </a:r>
            <a:r>
              <a:rPr lang="nl-BE" sz="3200" dirty="0">
                <a:solidFill>
                  <a:schemeClr val="tx1"/>
                </a:solidFill>
                <a:highlight>
                  <a:srgbClr val="FFFF00"/>
                </a:highlight>
              </a:rPr>
              <a:t>VLABEL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E337400-5A91-4F44-8D56-E6AE50DB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340768"/>
            <a:ext cx="6912768" cy="4896544"/>
          </a:xfrm>
          <a:prstGeom prst="rect">
            <a:avLst/>
          </a:prstGeom>
        </p:spPr>
      </p:pic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7FE4A1-7A39-9F2B-0B60-C5F889D6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2715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72067" y="1412776"/>
            <a:ext cx="7408333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3200" b="1" dirty="0">
                <a:solidFill>
                  <a:schemeClr val="tx1"/>
                </a:solidFill>
              </a:rPr>
              <a:t>1. </a:t>
            </a:r>
            <a:r>
              <a:rPr lang="nl-BE" sz="3200" b="1" u="sng" dirty="0">
                <a:solidFill>
                  <a:schemeClr val="tx1"/>
                </a:solidFill>
              </a:rPr>
              <a:t>Fiscale inkomsten</a:t>
            </a:r>
          </a:p>
          <a:p>
            <a:pPr marL="0" indent="0">
              <a:buNone/>
            </a:pPr>
            <a:r>
              <a:rPr lang="nl-BE" sz="2800" dirty="0">
                <a:solidFill>
                  <a:schemeClr val="tx1"/>
                </a:solidFill>
              </a:rPr>
              <a:t>1.1 </a:t>
            </a:r>
            <a:r>
              <a:rPr lang="nl-BE" sz="2800" u="sng" dirty="0">
                <a:solidFill>
                  <a:schemeClr val="tx1"/>
                </a:solidFill>
              </a:rPr>
              <a:t>DIRECTE belastingen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   belasting </a:t>
            </a:r>
            <a:r>
              <a:rPr lang="nl-BE" sz="2800" dirty="0" err="1">
                <a:solidFill>
                  <a:schemeClr val="tx1"/>
                </a:solidFill>
              </a:rPr>
              <a:t>obv</a:t>
            </a:r>
            <a:r>
              <a:rPr lang="nl-BE" sz="2800" dirty="0">
                <a:solidFill>
                  <a:schemeClr val="tx1"/>
                </a:solidFill>
              </a:rPr>
              <a:t> verwerven van inkomen 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	=&gt; “inkomstenbelastingen”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   4 soorten directe belastingen (Art 1 WIB92) : 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	- Personenbelasting (PB)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	- Vennootschapsbelasting (</a:t>
            </a:r>
            <a:r>
              <a:rPr lang="nl-BE" sz="2800" dirty="0" err="1">
                <a:solidFill>
                  <a:schemeClr val="tx1"/>
                </a:solidFill>
              </a:rPr>
              <a:t>VennB</a:t>
            </a:r>
            <a:r>
              <a:rPr lang="nl-BE" sz="28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	- Rechtspersonenbelasting (RPB)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	- Belasting niet-inwoners (BNI)</a:t>
            </a:r>
          </a:p>
          <a:p>
            <a:pPr marL="0" indent="0">
              <a:buNone/>
            </a:pPr>
            <a:endParaRPr lang="nl-BE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BE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BE" sz="280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nl-BE" sz="4000" b="1" dirty="0">
                <a:solidFill>
                  <a:schemeClr val="tx1"/>
                </a:solidFill>
              </a:rPr>
              <a:t>4.4 </a:t>
            </a:r>
            <a:r>
              <a:rPr lang="nl-BE" sz="4000" b="1" u="sng" dirty="0">
                <a:solidFill>
                  <a:schemeClr val="tx1"/>
                </a:solidFill>
              </a:rPr>
              <a:t>Inkomsten van de overheid</a:t>
            </a:r>
            <a:endParaRPr lang="nl-BE" sz="4000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D2F07A6-AF87-8AFF-31ED-832C32A5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36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nl-NL" u="sng" dirty="0">
                <a:solidFill>
                  <a:schemeClr val="tx1"/>
                </a:solidFill>
              </a:rPr>
              <a:t>Voorbeelden “directe belastingen</a:t>
            </a:r>
            <a:r>
              <a:rPr lang="nl-NL" dirty="0">
                <a:solidFill>
                  <a:schemeClr val="tx1"/>
                </a:solidFill>
              </a:rPr>
              <a:t>” :</a:t>
            </a:r>
          </a:p>
          <a:p>
            <a:endParaRPr lang="nl-NL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nl-NL" dirty="0" err="1">
                <a:solidFill>
                  <a:schemeClr val="tx1"/>
                </a:solidFill>
              </a:rPr>
              <a:t>Dhr</a:t>
            </a:r>
            <a:r>
              <a:rPr lang="nl-NL" dirty="0">
                <a:solidFill>
                  <a:schemeClr val="tx1"/>
                </a:solidFill>
              </a:rPr>
              <a:t> X (Belg </a:t>
            </a:r>
            <a:r>
              <a:rPr lang="nl-NL" dirty="0" err="1">
                <a:solidFill>
                  <a:schemeClr val="tx1"/>
                </a:solidFill>
              </a:rPr>
              <a:t>rijksinwoner</a:t>
            </a:r>
            <a:r>
              <a:rPr lang="nl-NL" dirty="0">
                <a:solidFill>
                  <a:schemeClr val="tx1"/>
                </a:solidFill>
              </a:rPr>
              <a:t>) bezit een luxueus appartement in Qatar.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	</a:t>
            </a:r>
          </a:p>
          <a:p>
            <a:pPr>
              <a:buFont typeface="Arial" charset="0"/>
              <a:buChar char="•"/>
            </a:pPr>
            <a:r>
              <a:rPr lang="nl-NL" dirty="0">
                <a:solidFill>
                  <a:schemeClr val="tx1"/>
                </a:solidFill>
              </a:rPr>
              <a:t>De NV Omega P heeft over het boekjaar 2019 een winst gerealiseerd van € 12.500.000,00.</a:t>
            </a:r>
          </a:p>
          <a:p>
            <a:pPr>
              <a:buFont typeface="Arial" charset="0"/>
              <a:buChar char="•"/>
            </a:pPr>
            <a:endParaRPr lang="nl-NL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nl-NL" dirty="0" err="1">
                <a:solidFill>
                  <a:schemeClr val="tx1"/>
                </a:solidFill>
              </a:rPr>
              <a:t>Dhr</a:t>
            </a:r>
            <a:r>
              <a:rPr lang="nl-NL" dirty="0">
                <a:solidFill>
                  <a:schemeClr val="tx1"/>
                </a:solidFill>
              </a:rPr>
              <a:t> Wang (inwoner Volksrepubliek China) bezit een appartement in </a:t>
            </a:r>
            <a:r>
              <a:rPr lang="nl-NL" dirty="0" err="1">
                <a:solidFill>
                  <a:schemeClr val="tx1"/>
                </a:solidFill>
              </a:rPr>
              <a:t>Koksijde</a:t>
            </a:r>
            <a:r>
              <a:rPr lang="nl-NL" dirty="0">
                <a:solidFill>
                  <a:schemeClr val="tx1"/>
                </a:solidFill>
              </a:rPr>
              <a:t> (B) dat hij verhuurt via een Belgisch </a:t>
            </a:r>
            <a:r>
              <a:rPr lang="nl-NL" dirty="0" err="1">
                <a:solidFill>
                  <a:schemeClr val="tx1"/>
                </a:solidFill>
              </a:rPr>
              <a:t>immo</a:t>
            </a:r>
            <a:r>
              <a:rPr lang="nl-NL" dirty="0">
                <a:solidFill>
                  <a:schemeClr val="tx1"/>
                </a:solidFill>
              </a:rPr>
              <a:t>-kantoor.</a:t>
            </a:r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983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72067" y="620688"/>
            <a:ext cx="7732381" cy="5505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800" dirty="0">
                <a:solidFill>
                  <a:schemeClr val="tx1"/>
                </a:solidFill>
              </a:rPr>
              <a:t>1.2 </a:t>
            </a:r>
            <a:r>
              <a:rPr lang="nl-BE" sz="2800" u="sng" dirty="0">
                <a:solidFill>
                  <a:schemeClr val="tx1"/>
                </a:solidFill>
              </a:rPr>
              <a:t>INDIRECTE belastingen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   belasting </a:t>
            </a:r>
            <a:r>
              <a:rPr lang="nl-BE" sz="2800" dirty="0" err="1">
                <a:solidFill>
                  <a:schemeClr val="tx1"/>
                </a:solidFill>
              </a:rPr>
              <a:t>nav</a:t>
            </a:r>
            <a:r>
              <a:rPr lang="nl-BE" sz="2800" dirty="0">
                <a:solidFill>
                  <a:schemeClr val="tx1"/>
                </a:solidFill>
              </a:rPr>
              <a:t> “handeling” of “gebeurtenis”</a:t>
            </a:r>
          </a:p>
          <a:p>
            <a:pPr marL="0" indent="0">
              <a:buClr>
                <a:srgbClr val="31B6FD"/>
              </a:buClr>
              <a:buNone/>
            </a:pPr>
            <a:endParaRPr lang="nl-BE" sz="2800" dirty="0">
              <a:solidFill>
                <a:schemeClr val="tx1"/>
              </a:solidFill>
            </a:endParaRPr>
          </a:p>
          <a:p>
            <a:pPr>
              <a:buClr>
                <a:srgbClr val="31B6FD"/>
              </a:buClr>
              <a:buFont typeface="Arial" panose="020B0604020202020204" pitchFamily="34" charset="0"/>
              <a:buChar char="•"/>
            </a:pPr>
            <a:r>
              <a:rPr lang="nl-BE" sz="2800" b="1" dirty="0">
                <a:solidFill>
                  <a:schemeClr val="tx1"/>
                </a:solidFill>
              </a:rPr>
              <a:t>BTW</a:t>
            </a:r>
            <a:r>
              <a:rPr lang="nl-BE" sz="2800" dirty="0">
                <a:solidFill>
                  <a:schemeClr val="tx1"/>
                </a:solidFill>
              </a:rPr>
              <a:t> : verbruiksbelasting</a:t>
            </a:r>
          </a:p>
          <a:p>
            <a:pPr>
              <a:buClr>
                <a:srgbClr val="31B6FD"/>
              </a:buClr>
              <a:buFont typeface="Arial" panose="020B0604020202020204" pitchFamily="34" charset="0"/>
              <a:buChar char="•"/>
            </a:pPr>
            <a:r>
              <a:rPr lang="nl-BE" sz="2800" b="1" dirty="0">
                <a:solidFill>
                  <a:schemeClr val="tx1"/>
                </a:solidFill>
              </a:rPr>
              <a:t>Douanerechten</a:t>
            </a:r>
            <a:r>
              <a:rPr lang="nl-BE" sz="2800" dirty="0">
                <a:solidFill>
                  <a:schemeClr val="tx1"/>
                </a:solidFill>
              </a:rPr>
              <a:t> : invoer van goederen</a:t>
            </a:r>
          </a:p>
          <a:p>
            <a:pPr>
              <a:buClr>
                <a:srgbClr val="31B6FD"/>
              </a:buClr>
              <a:buFont typeface="Arial" panose="020B0604020202020204" pitchFamily="34" charset="0"/>
              <a:buChar char="•"/>
            </a:pPr>
            <a:r>
              <a:rPr lang="nl-BE" sz="2800" b="1" dirty="0">
                <a:solidFill>
                  <a:schemeClr val="tx1"/>
                </a:solidFill>
              </a:rPr>
              <a:t>Accijnzen</a:t>
            </a:r>
            <a:r>
              <a:rPr lang="nl-BE" sz="2800" dirty="0">
                <a:solidFill>
                  <a:schemeClr val="tx1"/>
                </a:solidFill>
              </a:rPr>
              <a:t> : verbruiksbelasting specifieke </a:t>
            </a:r>
            <a:r>
              <a:rPr lang="nl-BE" sz="2800" dirty="0" err="1">
                <a:solidFill>
                  <a:schemeClr val="tx1"/>
                </a:solidFill>
              </a:rPr>
              <a:t>gdn</a:t>
            </a:r>
            <a:endParaRPr lang="nl-BE" sz="2800" dirty="0">
              <a:solidFill>
                <a:schemeClr val="tx1"/>
              </a:solidFill>
            </a:endParaRPr>
          </a:p>
          <a:p>
            <a:pPr>
              <a:buClr>
                <a:srgbClr val="31B6FD"/>
              </a:buClr>
              <a:buFont typeface="Arial" panose="020B0604020202020204" pitchFamily="34" charset="0"/>
              <a:buChar char="•"/>
            </a:pPr>
            <a:r>
              <a:rPr lang="nl-BE" sz="2800" b="1" dirty="0">
                <a:solidFill>
                  <a:schemeClr val="tx1"/>
                </a:solidFill>
              </a:rPr>
              <a:t>Registratierechten</a:t>
            </a:r>
            <a:r>
              <a:rPr lang="nl-BE" sz="2800" dirty="0">
                <a:solidFill>
                  <a:schemeClr val="tx1"/>
                </a:solidFill>
              </a:rPr>
              <a:t> : belasting </a:t>
            </a:r>
            <a:r>
              <a:rPr lang="nl-BE" sz="2800" dirty="0" err="1">
                <a:solidFill>
                  <a:schemeClr val="tx1"/>
                </a:solidFill>
              </a:rPr>
              <a:t>nav</a:t>
            </a:r>
            <a:r>
              <a:rPr lang="nl-BE" sz="2800" dirty="0">
                <a:solidFill>
                  <a:schemeClr val="tx1"/>
                </a:solidFill>
              </a:rPr>
              <a:t> akte/geschrift</a:t>
            </a:r>
          </a:p>
          <a:p>
            <a:pPr>
              <a:buClr>
                <a:srgbClr val="31B6FD"/>
              </a:buClr>
              <a:buFont typeface="Arial" panose="020B0604020202020204" pitchFamily="34" charset="0"/>
              <a:buChar char="•"/>
            </a:pPr>
            <a:r>
              <a:rPr lang="nl-BE" sz="2800" b="1" dirty="0">
                <a:solidFill>
                  <a:schemeClr val="tx1"/>
                </a:solidFill>
              </a:rPr>
              <a:t>Successierechten</a:t>
            </a:r>
            <a:r>
              <a:rPr lang="nl-BE" sz="2800" dirty="0">
                <a:solidFill>
                  <a:schemeClr val="tx1"/>
                </a:solidFill>
              </a:rPr>
              <a:t> : belasting </a:t>
            </a:r>
            <a:r>
              <a:rPr lang="nl-BE" sz="2800" dirty="0" err="1">
                <a:solidFill>
                  <a:schemeClr val="tx1"/>
                </a:solidFill>
              </a:rPr>
              <a:t>mbt</a:t>
            </a:r>
            <a:r>
              <a:rPr lang="nl-BE" sz="2800" dirty="0">
                <a:solidFill>
                  <a:schemeClr val="tx1"/>
                </a:solidFill>
              </a:rPr>
              <a:t> overdracht vermogen </a:t>
            </a:r>
            <a:r>
              <a:rPr lang="nl-BE" sz="2800" dirty="0" err="1">
                <a:solidFill>
                  <a:schemeClr val="tx1"/>
                </a:solidFill>
              </a:rPr>
              <a:t>nav</a:t>
            </a:r>
            <a:r>
              <a:rPr lang="nl-BE" sz="2800" dirty="0">
                <a:solidFill>
                  <a:schemeClr val="tx1"/>
                </a:solidFill>
              </a:rPr>
              <a:t> overlijden</a:t>
            </a:r>
          </a:p>
          <a:p>
            <a:pPr marL="0" indent="0">
              <a:buClr>
                <a:srgbClr val="31B6FD"/>
              </a:buClr>
              <a:buNone/>
            </a:pPr>
            <a:r>
              <a:rPr lang="nl-BE" sz="2800" dirty="0">
                <a:solidFill>
                  <a:schemeClr val="tx1"/>
                </a:solidFill>
              </a:rPr>
              <a:t>   </a:t>
            </a:r>
          </a:p>
          <a:p>
            <a:pPr marL="0" indent="0">
              <a:buNone/>
            </a:pPr>
            <a:endParaRPr lang="nl-BE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BE" sz="2800" dirty="0">
              <a:solidFill>
                <a:schemeClr val="tx1"/>
              </a:solidFill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20D9A64-5FC1-4D1A-AE3E-7BA26F9A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613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872067" y="764704"/>
            <a:ext cx="7408333" cy="536145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nl-NL" u="sng" dirty="0">
                <a:solidFill>
                  <a:schemeClr val="tx1"/>
                </a:solidFill>
              </a:rPr>
              <a:t>Voorbeelden “indirecte belastingen</a:t>
            </a:r>
            <a:r>
              <a:rPr lang="nl-NL" dirty="0">
                <a:solidFill>
                  <a:schemeClr val="tx1"/>
                </a:solidFill>
              </a:rPr>
              <a:t>” :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1° De familie Z koopt op 15.12.2023 een woning aan in Antwerpen voor € 320.000,00.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	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2° Op 01/12/2023 overlijdt de heer M ; nalatenschap M =&gt; kinderen (erfgenamen).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3° Belgische particulier bestelt online op Amerikaanse site Amazon.com een pakket goederen (kleding)</a:t>
            </a:r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updated by Elke De BLauwe 31-1-2026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899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505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3200" b="1" dirty="0">
                <a:solidFill>
                  <a:schemeClr val="tx1"/>
                </a:solidFill>
              </a:rPr>
              <a:t>2. </a:t>
            </a:r>
            <a:r>
              <a:rPr lang="nl-BE" sz="3200" b="1" u="sng" dirty="0">
                <a:solidFill>
                  <a:schemeClr val="tx1"/>
                </a:solidFill>
              </a:rPr>
              <a:t>Niet-fiscale inkomsten</a:t>
            </a:r>
          </a:p>
          <a:p>
            <a:pPr marL="0" indent="0">
              <a:buNone/>
            </a:pPr>
            <a:r>
              <a:rPr lang="nl-BE" sz="2800" dirty="0">
                <a:solidFill>
                  <a:schemeClr val="tx1"/>
                </a:solidFill>
              </a:rPr>
              <a:t>Brede waaier aan inkomsten. </a:t>
            </a:r>
          </a:p>
          <a:p>
            <a:pPr marL="0" indent="0">
              <a:buNone/>
            </a:pPr>
            <a:r>
              <a:rPr lang="nl-BE" sz="2800" dirty="0">
                <a:solidFill>
                  <a:schemeClr val="tx1"/>
                </a:solidFill>
              </a:rPr>
              <a:t>Bijvoorbeeld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2800" dirty="0">
                <a:solidFill>
                  <a:schemeClr val="tx1"/>
                </a:solidFill>
              </a:rPr>
              <a:t>Inkomsten uit </a:t>
            </a:r>
            <a:r>
              <a:rPr lang="nl-BE" sz="2800" dirty="0" err="1">
                <a:solidFill>
                  <a:schemeClr val="tx1"/>
                </a:solidFill>
              </a:rPr>
              <a:t>OG’n</a:t>
            </a:r>
            <a:r>
              <a:rPr lang="nl-BE" sz="2800" dirty="0">
                <a:solidFill>
                  <a:schemeClr val="tx1"/>
                </a:solidFill>
              </a:rPr>
              <a:t> (huur, kapitaal)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2800" dirty="0">
                <a:solidFill>
                  <a:schemeClr val="tx1"/>
                </a:solidFill>
              </a:rPr>
              <a:t>Nalatigheidsintresten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2800" dirty="0">
                <a:solidFill>
                  <a:schemeClr val="tx1"/>
                </a:solidFill>
              </a:rPr>
              <a:t>Ontvangsten uit boetes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2800" dirty="0">
                <a:solidFill>
                  <a:schemeClr val="tx1"/>
                </a:solidFill>
              </a:rPr>
              <a:t>Retributies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2800" dirty="0">
                <a:solidFill>
                  <a:schemeClr val="tx1"/>
                </a:solidFill>
              </a:rPr>
              <a:t>Legaten en schenkingen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2800" dirty="0">
                <a:solidFill>
                  <a:schemeClr val="tx1"/>
                </a:solidFill>
              </a:rPr>
              <a:t>…</a:t>
            </a:r>
          </a:p>
          <a:p>
            <a:pPr marL="0" indent="0">
              <a:buNone/>
            </a:pPr>
            <a:endParaRPr lang="nl-BE" sz="2800" dirty="0">
              <a:solidFill>
                <a:schemeClr val="tx1"/>
              </a:solidFill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7A5E517-76A1-BCAF-F9B9-F448AB32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960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86416"/>
          </a:xfrm>
        </p:spPr>
        <p:txBody>
          <a:bodyPr>
            <a:normAutofit fontScale="90000"/>
          </a:bodyPr>
          <a:lstStyle/>
          <a:p>
            <a:pPr algn="l"/>
            <a:r>
              <a:rPr lang="nl-BE" b="1" dirty="0">
                <a:solidFill>
                  <a:schemeClr val="tx1"/>
                </a:solidFill>
              </a:rPr>
              <a:t>5. </a:t>
            </a:r>
            <a:r>
              <a:rPr lang="nl-BE" b="1" u="sng" dirty="0">
                <a:solidFill>
                  <a:schemeClr val="tx1"/>
                </a:solidFill>
              </a:rPr>
              <a:t>Aangifte PB Aanslagjaar 2025</a:t>
            </a:r>
            <a:br>
              <a:rPr lang="nl-BE" b="1" u="sng" dirty="0">
                <a:solidFill>
                  <a:schemeClr val="tx1"/>
                </a:solidFill>
              </a:rPr>
            </a:br>
            <a:endParaRPr lang="nl-BE" b="1" u="sng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6C6B945-9838-4069-B385-9D5EE781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420888"/>
            <a:ext cx="7408333" cy="3450696"/>
          </a:xfrm>
        </p:spPr>
        <p:txBody>
          <a:bodyPr>
            <a:normAutofit/>
          </a:bodyPr>
          <a:lstStyle/>
          <a:p>
            <a:r>
              <a:rPr lang="nl-NL" dirty="0"/>
              <a:t>Leren werken met </a:t>
            </a:r>
            <a:r>
              <a:rPr lang="nl-NL" dirty="0">
                <a:solidFill>
                  <a:srgbClr val="FF0000"/>
                </a:solidFill>
              </a:rPr>
              <a:t>“indexatietabellen”</a:t>
            </a:r>
            <a:r>
              <a:rPr lang="nl-NL" dirty="0"/>
              <a:t>-</a:t>
            </a:r>
            <a:r>
              <a:rPr lang="nl-NL" dirty="0">
                <a:sym typeface="Wingdings" panose="05000000000000000000" pitchFamily="2" charset="2"/>
              </a:rPr>
              <a:t>zie op Camilo onder “documenten”</a:t>
            </a:r>
            <a:endParaRPr lang="nl-NL" dirty="0"/>
          </a:p>
          <a:p>
            <a:r>
              <a:rPr lang="nl-NL" dirty="0"/>
              <a:t>Alert zijn voor :</a:t>
            </a:r>
          </a:p>
          <a:p>
            <a:r>
              <a:rPr lang="nl-NL" dirty="0">
                <a:solidFill>
                  <a:srgbClr val="FF0000"/>
                </a:solidFill>
              </a:rPr>
              <a:t>Inkomstenjaar </a:t>
            </a:r>
            <a:r>
              <a:rPr lang="nl-NL" dirty="0"/>
              <a:t>: kalenderjaar waarin de inkomsten verworven worden (in onze cursus is dit IJ2024)</a:t>
            </a:r>
          </a:p>
          <a:p>
            <a:r>
              <a:rPr lang="nl-NL" dirty="0">
                <a:solidFill>
                  <a:srgbClr val="FF0000"/>
                </a:solidFill>
              </a:rPr>
              <a:t>Aanslagjaar</a:t>
            </a:r>
            <a:r>
              <a:rPr lang="nl-NL" dirty="0"/>
              <a:t> : pas in het volgend jaar ontvangen we het “aanslagbiljet” (in onze cursus is dit dus AJ2025)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F390EDC-38ED-2A2B-7E9E-91EBD7E3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2570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D0F3-324C-4F07-3D4E-86230A1D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5E95DB-106C-BE47-C406-ED73728EC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86416"/>
          </a:xfrm>
        </p:spPr>
        <p:txBody>
          <a:bodyPr>
            <a:normAutofit fontScale="90000"/>
          </a:bodyPr>
          <a:lstStyle/>
          <a:p>
            <a:pPr algn="l"/>
            <a:r>
              <a:rPr lang="nl-BE" b="1" dirty="0">
                <a:solidFill>
                  <a:schemeClr val="tx1"/>
                </a:solidFill>
              </a:rPr>
              <a:t>5. </a:t>
            </a:r>
            <a:r>
              <a:rPr lang="nl-BE" b="1" u="sng" dirty="0">
                <a:solidFill>
                  <a:schemeClr val="tx1"/>
                </a:solidFill>
              </a:rPr>
              <a:t>Aangifte PB Aanslagjaar 2025</a:t>
            </a:r>
            <a:br>
              <a:rPr lang="nl-BE" b="1" u="sng" dirty="0">
                <a:solidFill>
                  <a:schemeClr val="tx1"/>
                </a:solidFill>
              </a:rPr>
            </a:br>
            <a:endParaRPr lang="nl-BE" b="1" u="sng" dirty="0">
              <a:solidFill>
                <a:schemeClr val="tx1"/>
              </a:solidFill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0040756-A75E-9C74-43CA-3D01105EB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420888"/>
            <a:ext cx="7408333" cy="34506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E08018-E3B6-DC4F-45FC-35A0669B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pic>
        <p:nvPicPr>
          <p:cNvPr id="6" name="Afbeelding 5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22A78928-91B4-4937-B033-D6C5C32BC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19" y="1898210"/>
            <a:ext cx="8459381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30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FBE7D5F4-B514-AA7D-94A2-E0096B342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701" y="1561051"/>
            <a:ext cx="5115639" cy="3168352"/>
          </a:xfrm>
        </p:spPr>
      </p:pic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BA19D05-A234-08EF-7CE7-A6D1188E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6B7505B-E101-F8D1-BE25-627CEE5F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gebruik indexatietabel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1BEAEFF1-1809-9B89-6D0E-44272424D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5178856"/>
            <a:ext cx="7560840" cy="98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28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jdelijke aanduiding voor inhoud 1">
            <a:extLst>
              <a:ext uri="{FF2B5EF4-FFF2-40B4-BE49-F238E27FC236}">
                <a16:creationId xmlns:a16="http://schemas.microsoft.com/office/drawing/2014/main" id="{CCA5C11E-1E8F-46FC-B22F-72145ECF6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266" t="29250" r="37419" b="51735"/>
          <a:stretch/>
        </p:blipFill>
        <p:spPr>
          <a:xfrm>
            <a:off x="827584" y="299811"/>
            <a:ext cx="6984776" cy="18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AE0530EC-FEE0-4564-ADF4-DF434BD43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84" y="2280650"/>
            <a:ext cx="6156176" cy="1080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B82993F6-E83F-49CA-8874-F6188CD78FE6}"/>
              </a:ext>
            </a:extLst>
          </p:cNvPr>
          <p:cNvSpPr/>
          <p:nvPr/>
        </p:nvSpPr>
        <p:spPr>
          <a:xfrm>
            <a:off x="683568" y="4834021"/>
            <a:ext cx="8127330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BE" sz="2800" b="1" u="sng" dirty="0"/>
              <a:t>2 delen in aangifte PB :</a:t>
            </a:r>
          </a:p>
          <a:p>
            <a:r>
              <a:rPr lang="nl-BE" sz="2800" u="sng" dirty="0"/>
              <a:t>Deel 1</a:t>
            </a:r>
            <a:r>
              <a:rPr lang="nl-BE" sz="2800" dirty="0"/>
              <a:t> : vakken I tem XIV</a:t>
            </a:r>
          </a:p>
          <a:p>
            <a:r>
              <a:rPr lang="nl-BE" sz="2800" u="sng" dirty="0"/>
              <a:t>Deel 2</a:t>
            </a:r>
            <a:r>
              <a:rPr lang="nl-BE" sz="2800" dirty="0"/>
              <a:t> : vakken XV tem XXIII (DI, BL, winsten, baten) 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C7E18C9-D359-A0E8-F3A7-75682C0E5A9A}"/>
              </a:ext>
            </a:extLst>
          </p:cNvPr>
          <p:cNvSpPr txBox="1"/>
          <p:nvPr/>
        </p:nvSpPr>
        <p:spPr>
          <a:xfrm>
            <a:off x="2286000" y="349723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4"/>
              </a:rPr>
              <a:t>Tax-on-web Training | FOD Financiën</a:t>
            </a:r>
            <a:endParaRPr lang="nl-NL" dirty="0"/>
          </a:p>
          <a:p>
            <a:endParaRPr lang="nl-NL" dirty="0"/>
          </a:p>
          <a:p>
            <a:r>
              <a:rPr lang="nl-NL" dirty="0"/>
              <a:t>Via deze link kan je jou inoefenen om een aangifte in te geven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B891E083-7086-3F00-1D5E-BF4EE751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updated by Elke De BLauwe 31-1-2026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912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olfvorm">
  <a:themeElements>
    <a:clrScheme name="Golfv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Golfv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olfv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58bec8-646d-40b6-a7d0-b847fdf4e1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5BA359BA312D49B2EB0A0181D7CDE2" ma:contentTypeVersion="17" ma:contentTypeDescription="Een nieuw document maken." ma:contentTypeScope="" ma:versionID="a1c51ea2975e7682b467aa51e340b576">
  <xsd:schema xmlns:xsd="http://www.w3.org/2001/XMLSchema" xmlns:xs="http://www.w3.org/2001/XMLSchema" xmlns:p="http://schemas.microsoft.com/office/2006/metadata/properties" xmlns:ns3="ef58bec8-646d-40b6-a7d0-b847fdf4e174" xmlns:ns4="6ffa28ab-f4e9-4646-b1c8-1ed7cbec7b44" targetNamespace="http://schemas.microsoft.com/office/2006/metadata/properties" ma:root="true" ma:fieldsID="2c1634668832885d86e217d670972260" ns3:_="" ns4:_="">
    <xsd:import namespace="ef58bec8-646d-40b6-a7d0-b847fdf4e174"/>
    <xsd:import namespace="6ffa28ab-f4e9-4646-b1c8-1ed7cbec7b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58bec8-646d-40b6-a7d0-b847fdf4e1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a28ab-f4e9-4646-b1c8-1ed7cbec7b4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A308F-AB02-44B9-9F81-92D4C82D4C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A6D193-9516-4705-B455-205BDA8FFFF5}">
  <ds:schemaRefs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6ffa28ab-f4e9-4646-b1c8-1ed7cbec7b44"/>
    <ds:schemaRef ds:uri="ef58bec8-646d-40b6-a7d0-b847fdf4e174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2742C29-611F-40DE-9720-4F06CEFA8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58bec8-646d-40b6-a7d0-b847fdf4e174"/>
    <ds:schemaRef ds:uri="6ffa28ab-f4e9-4646-b1c8-1ed7cbec7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1802</TotalTime>
  <Words>829</Words>
  <Application>Microsoft Office PowerPoint</Application>
  <PresentationFormat>Diavoorstelling (4:3)</PresentationFormat>
  <Paragraphs>169</Paragraphs>
  <Slides>23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Candara</vt:lpstr>
      <vt:lpstr>Symbol</vt:lpstr>
      <vt:lpstr>Wingdings</vt:lpstr>
      <vt:lpstr>Golfvorm</vt:lpstr>
      <vt:lpstr>Personenbelasting HOGENT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4.1 Waarvoor dienen belastingen ?</vt:lpstr>
      <vt:lpstr>PowerPoint-presentatie</vt:lpstr>
      <vt:lpstr>4.2 Wat is “een belasting” ?</vt:lpstr>
      <vt:lpstr>4.3 Uitvoering belastingwetten  1° FEDERAAL niveau : FOD Financiën</vt:lpstr>
      <vt:lpstr>PowerPoint-presentatie</vt:lpstr>
      <vt:lpstr>2° GEWESTELIJK niveau : VLABEL</vt:lpstr>
      <vt:lpstr>4.4 Inkomsten van de overheid</vt:lpstr>
      <vt:lpstr>PowerPoint-presentatie</vt:lpstr>
      <vt:lpstr>PowerPoint-presentatie</vt:lpstr>
      <vt:lpstr>PowerPoint-presentatie</vt:lpstr>
      <vt:lpstr>PowerPoint-presentatie</vt:lpstr>
      <vt:lpstr>5. Aangifte PB Aanslagjaar 2025 </vt:lpstr>
      <vt:lpstr>5. Aangifte PB Aanslagjaar 2025 </vt:lpstr>
      <vt:lpstr>Voorbeeld gebruik indexatietabel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Personenbelasting HoGent</dc:title>
  <dc:creator>Mario F.M. Ryckaert (MINFIN)</dc:creator>
  <cp:lastModifiedBy>Elke De Blauwe</cp:lastModifiedBy>
  <cp:revision>4</cp:revision>
  <cp:lastPrinted>2021-01-26T15:16:39Z</cp:lastPrinted>
  <dcterms:created xsi:type="dcterms:W3CDTF">2020-12-27T00:03:19Z</dcterms:created>
  <dcterms:modified xsi:type="dcterms:W3CDTF">2026-01-31T06:45:50Z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0x0101007D5BA359BA312D49B2EB0A0181D7CDE2</vt:lpwstr>
  </property>
</Properties>
</file>